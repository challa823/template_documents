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6" Type="http://schemas.openxmlformats.org/officeDocument/2006/relationships/image" Target="../media/image42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41.png"/><Relationship Id="rId3" Type="http://schemas.openxmlformats.org/officeDocument/2006/relationships/image" Target="../media/image45.png"/><Relationship Id="rId7" Type="http://schemas.openxmlformats.org/officeDocument/2006/relationships/image" Target="../media/image37.png"/><Relationship Id="rId12" Type="http://schemas.openxmlformats.org/officeDocument/2006/relationships/image" Target="../media/image53.sv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svg"/><Relationship Id="rId4" Type="http://schemas.openxmlformats.org/officeDocument/2006/relationships/image" Target="../media/image46.svg"/><Relationship Id="rId9" Type="http://schemas.openxmlformats.org/officeDocument/2006/relationships/image" Target="../media/image50.png"/><Relationship Id="rId14" Type="http://schemas.openxmlformats.org/officeDocument/2006/relationships/image" Target="../media/image5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3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Relationship Id="rId14" Type="http://schemas.openxmlformats.org/officeDocument/2006/relationships/image" Target="../media/image6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9.svg"/><Relationship Id="rId1" Type="http://schemas.openxmlformats.org/officeDocument/2006/relationships/image" Target="../media/image37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6" Type="http://schemas.openxmlformats.org/officeDocument/2006/relationships/image" Target="../media/image42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41.png"/><Relationship Id="rId3" Type="http://schemas.openxmlformats.org/officeDocument/2006/relationships/image" Target="../media/image45.png"/><Relationship Id="rId7" Type="http://schemas.openxmlformats.org/officeDocument/2006/relationships/image" Target="../media/image37.png"/><Relationship Id="rId12" Type="http://schemas.openxmlformats.org/officeDocument/2006/relationships/image" Target="../media/image53.sv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svg"/><Relationship Id="rId4" Type="http://schemas.openxmlformats.org/officeDocument/2006/relationships/image" Target="../media/image46.svg"/><Relationship Id="rId9" Type="http://schemas.openxmlformats.org/officeDocument/2006/relationships/image" Target="../media/image50.png"/><Relationship Id="rId14" Type="http://schemas.openxmlformats.org/officeDocument/2006/relationships/image" Target="../media/image5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3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Relationship Id="rId14" Type="http://schemas.openxmlformats.org/officeDocument/2006/relationships/image" Target="../media/image6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9.svg"/><Relationship Id="rId1" Type="http://schemas.openxmlformats.org/officeDocument/2006/relationships/image" Target="../media/image37.png"/><Relationship Id="rId6" Type="http://schemas.openxmlformats.org/officeDocument/2006/relationships/image" Target="../media/image70.svg"/><Relationship Id="rId5" Type="http://schemas.openxmlformats.org/officeDocument/2006/relationships/image" Target="../media/image69.png"/><Relationship Id="rId4" Type="http://schemas.openxmlformats.org/officeDocument/2006/relationships/image" Target="../media/image6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03F51E-3D2C-4209-8055-2FAD215525A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432317D-2D6B-42B1-BDCD-FAFA27131051}">
      <dgm:prSet/>
      <dgm:spPr/>
      <dgm:t>
        <a:bodyPr/>
        <a:lstStyle/>
        <a:p>
          <a:r>
            <a:rPr lang="en-US"/>
            <a:t>Reducing CMS dependency and improving configuration delivery speed</a:t>
          </a:r>
        </a:p>
      </dgm:t>
    </dgm:pt>
    <dgm:pt modelId="{B3B4CD84-AFB2-41C9-9001-629AB308344C}" type="parTrans" cxnId="{0B6EF501-ECB8-4992-9A4D-B71DA24535D6}">
      <dgm:prSet/>
      <dgm:spPr/>
      <dgm:t>
        <a:bodyPr/>
        <a:lstStyle/>
        <a:p>
          <a:endParaRPr lang="en-US"/>
        </a:p>
      </dgm:t>
    </dgm:pt>
    <dgm:pt modelId="{A6820C20-E935-4C9D-AB61-C22CB8DB1A15}" type="sibTrans" cxnId="{0B6EF501-ECB8-4992-9A4D-B71DA24535D6}">
      <dgm:prSet/>
      <dgm:spPr/>
      <dgm:t>
        <a:bodyPr/>
        <a:lstStyle/>
        <a:p>
          <a:endParaRPr lang="en-US"/>
        </a:p>
      </dgm:t>
    </dgm:pt>
    <dgm:pt modelId="{F230B694-65AA-4863-8237-8CFB3DCE122E}">
      <dgm:prSet/>
      <dgm:spPr/>
      <dgm:t>
        <a:bodyPr/>
        <a:lstStyle/>
        <a:p>
          <a:r>
            <a:rPr lang="en-US" dirty="0"/>
            <a:t>Presented by: </a:t>
          </a:r>
          <a:r>
            <a:rPr lang="en-US" b="1" dirty="0"/>
            <a:t>Challa Chandra Babu Naidu &amp; Team</a:t>
          </a:r>
        </a:p>
      </dgm:t>
    </dgm:pt>
    <dgm:pt modelId="{6F6185D4-7B27-4AFA-B61C-C81100E56029}" type="parTrans" cxnId="{2FD96296-1FC8-4035-BE8B-FCC891FE7400}">
      <dgm:prSet/>
      <dgm:spPr/>
      <dgm:t>
        <a:bodyPr/>
        <a:lstStyle/>
        <a:p>
          <a:endParaRPr lang="en-US"/>
        </a:p>
      </dgm:t>
    </dgm:pt>
    <dgm:pt modelId="{0AE13575-15F8-46BD-BE62-6D129D3328D4}" type="sibTrans" cxnId="{2FD96296-1FC8-4035-BE8B-FCC891FE7400}">
      <dgm:prSet/>
      <dgm:spPr/>
      <dgm:t>
        <a:bodyPr/>
        <a:lstStyle/>
        <a:p>
          <a:endParaRPr lang="en-US"/>
        </a:p>
      </dgm:t>
    </dgm:pt>
    <dgm:pt modelId="{86FCE9BC-7F78-4ED7-AB1F-328667FDBD89}" type="pres">
      <dgm:prSet presAssocID="{0603F51E-3D2C-4209-8055-2FAD215525A8}" presName="root" presStyleCnt="0">
        <dgm:presLayoutVars>
          <dgm:dir/>
          <dgm:resizeHandles val="exact"/>
        </dgm:presLayoutVars>
      </dgm:prSet>
      <dgm:spPr/>
    </dgm:pt>
    <dgm:pt modelId="{ADC8BAB9-0FE3-47EE-BAC0-3277C65E88E6}" type="pres">
      <dgm:prSet presAssocID="{9432317D-2D6B-42B1-BDCD-FAFA27131051}" presName="compNode" presStyleCnt="0"/>
      <dgm:spPr/>
    </dgm:pt>
    <dgm:pt modelId="{70F849FB-6758-4B5D-A31C-38DAFE3A9911}" type="pres">
      <dgm:prSet presAssocID="{9432317D-2D6B-42B1-BDCD-FAFA2713105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A5D70E8-8611-49D8-B220-00C56C982559}" type="pres">
      <dgm:prSet presAssocID="{9432317D-2D6B-42B1-BDCD-FAFA27131051}" presName="spaceRect" presStyleCnt="0"/>
      <dgm:spPr/>
    </dgm:pt>
    <dgm:pt modelId="{E1DAA18C-2743-46BC-ACF1-D5447E30DF9B}" type="pres">
      <dgm:prSet presAssocID="{9432317D-2D6B-42B1-BDCD-FAFA27131051}" presName="textRect" presStyleLbl="revTx" presStyleIdx="0" presStyleCnt="2">
        <dgm:presLayoutVars>
          <dgm:chMax val="1"/>
          <dgm:chPref val="1"/>
        </dgm:presLayoutVars>
      </dgm:prSet>
      <dgm:spPr/>
    </dgm:pt>
    <dgm:pt modelId="{DED3D4E6-EEB4-46AC-8DE9-4FC90527D502}" type="pres">
      <dgm:prSet presAssocID="{A6820C20-E935-4C9D-AB61-C22CB8DB1A15}" presName="sibTrans" presStyleCnt="0"/>
      <dgm:spPr/>
    </dgm:pt>
    <dgm:pt modelId="{0828B9C1-81FA-4E59-B78D-ACDAE874E383}" type="pres">
      <dgm:prSet presAssocID="{F230B694-65AA-4863-8237-8CFB3DCE122E}" presName="compNode" presStyleCnt="0"/>
      <dgm:spPr/>
    </dgm:pt>
    <dgm:pt modelId="{1901CD2E-4CB6-4203-8441-9F21EFECD52C}" type="pres">
      <dgm:prSet presAssocID="{F230B694-65AA-4863-8237-8CFB3DCE122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B34C5B5D-9C62-4CA0-8C6E-99FCF521DAC7}" type="pres">
      <dgm:prSet presAssocID="{F230B694-65AA-4863-8237-8CFB3DCE122E}" presName="spaceRect" presStyleCnt="0"/>
      <dgm:spPr/>
    </dgm:pt>
    <dgm:pt modelId="{519DA4D7-FAAE-46FD-A614-2F7B188C403B}" type="pres">
      <dgm:prSet presAssocID="{F230B694-65AA-4863-8237-8CFB3DCE122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E9AF301-304D-457E-9841-6031E1D8CCF0}" type="presOf" srcId="{9432317D-2D6B-42B1-BDCD-FAFA27131051}" destId="{E1DAA18C-2743-46BC-ACF1-D5447E30DF9B}" srcOrd="0" destOrd="0" presId="urn:microsoft.com/office/officeart/2018/2/layout/IconLabelList"/>
    <dgm:cxn modelId="{0B6EF501-ECB8-4992-9A4D-B71DA24535D6}" srcId="{0603F51E-3D2C-4209-8055-2FAD215525A8}" destId="{9432317D-2D6B-42B1-BDCD-FAFA27131051}" srcOrd="0" destOrd="0" parTransId="{B3B4CD84-AFB2-41C9-9001-629AB308344C}" sibTransId="{A6820C20-E935-4C9D-AB61-C22CB8DB1A15}"/>
    <dgm:cxn modelId="{6AE89D47-6935-47F1-B33B-1A12B0068C45}" type="presOf" srcId="{F230B694-65AA-4863-8237-8CFB3DCE122E}" destId="{519DA4D7-FAAE-46FD-A614-2F7B188C403B}" srcOrd="0" destOrd="0" presId="urn:microsoft.com/office/officeart/2018/2/layout/IconLabelList"/>
    <dgm:cxn modelId="{2FD96296-1FC8-4035-BE8B-FCC891FE7400}" srcId="{0603F51E-3D2C-4209-8055-2FAD215525A8}" destId="{F230B694-65AA-4863-8237-8CFB3DCE122E}" srcOrd="1" destOrd="0" parTransId="{6F6185D4-7B27-4AFA-B61C-C81100E56029}" sibTransId="{0AE13575-15F8-46BD-BE62-6D129D3328D4}"/>
    <dgm:cxn modelId="{602740D4-F2CA-4F64-A2EC-DF4E9260F7DC}" type="presOf" srcId="{0603F51E-3D2C-4209-8055-2FAD215525A8}" destId="{86FCE9BC-7F78-4ED7-AB1F-328667FDBD89}" srcOrd="0" destOrd="0" presId="urn:microsoft.com/office/officeart/2018/2/layout/IconLabelList"/>
    <dgm:cxn modelId="{05CEBB40-D787-49D7-83F2-5B26AE4BF694}" type="presParOf" srcId="{86FCE9BC-7F78-4ED7-AB1F-328667FDBD89}" destId="{ADC8BAB9-0FE3-47EE-BAC0-3277C65E88E6}" srcOrd="0" destOrd="0" presId="urn:microsoft.com/office/officeart/2018/2/layout/IconLabelList"/>
    <dgm:cxn modelId="{2B0AA872-E6CA-4B28-956E-3BFF9FD860AF}" type="presParOf" srcId="{ADC8BAB9-0FE3-47EE-BAC0-3277C65E88E6}" destId="{70F849FB-6758-4B5D-A31C-38DAFE3A9911}" srcOrd="0" destOrd="0" presId="urn:microsoft.com/office/officeart/2018/2/layout/IconLabelList"/>
    <dgm:cxn modelId="{3AEEC071-A4FF-4312-8CF6-40979CC75540}" type="presParOf" srcId="{ADC8BAB9-0FE3-47EE-BAC0-3277C65E88E6}" destId="{8A5D70E8-8611-49D8-B220-00C56C982559}" srcOrd="1" destOrd="0" presId="urn:microsoft.com/office/officeart/2018/2/layout/IconLabelList"/>
    <dgm:cxn modelId="{25AB2559-B0D5-4F7F-ABE1-CDA7C56172DA}" type="presParOf" srcId="{ADC8BAB9-0FE3-47EE-BAC0-3277C65E88E6}" destId="{E1DAA18C-2743-46BC-ACF1-D5447E30DF9B}" srcOrd="2" destOrd="0" presId="urn:microsoft.com/office/officeart/2018/2/layout/IconLabelList"/>
    <dgm:cxn modelId="{7B12D862-4046-4227-9424-33F5B96A15F7}" type="presParOf" srcId="{86FCE9BC-7F78-4ED7-AB1F-328667FDBD89}" destId="{DED3D4E6-EEB4-46AC-8DE9-4FC90527D502}" srcOrd="1" destOrd="0" presId="urn:microsoft.com/office/officeart/2018/2/layout/IconLabelList"/>
    <dgm:cxn modelId="{B97E30D5-C496-4DA2-A651-DAE0A68FB978}" type="presParOf" srcId="{86FCE9BC-7F78-4ED7-AB1F-328667FDBD89}" destId="{0828B9C1-81FA-4E59-B78D-ACDAE874E383}" srcOrd="2" destOrd="0" presId="urn:microsoft.com/office/officeart/2018/2/layout/IconLabelList"/>
    <dgm:cxn modelId="{647BC11D-11C4-4406-B213-7EA6E4EF6DF9}" type="presParOf" srcId="{0828B9C1-81FA-4E59-B78D-ACDAE874E383}" destId="{1901CD2E-4CB6-4203-8441-9F21EFECD52C}" srcOrd="0" destOrd="0" presId="urn:microsoft.com/office/officeart/2018/2/layout/IconLabelList"/>
    <dgm:cxn modelId="{8E56A94B-C09D-45E8-8296-8ECF4D21F026}" type="presParOf" srcId="{0828B9C1-81FA-4E59-B78D-ACDAE874E383}" destId="{B34C5B5D-9C62-4CA0-8C6E-99FCF521DAC7}" srcOrd="1" destOrd="0" presId="urn:microsoft.com/office/officeart/2018/2/layout/IconLabelList"/>
    <dgm:cxn modelId="{6E0C2A12-A87F-4276-9872-31CE2B4E928D}" type="presParOf" srcId="{0828B9C1-81FA-4E59-B78D-ACDAE874E383}" destId="{519DA4D7-FAAE-46FD-A614-2F7B188C40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0C454D-C7E5-403D-B03E-72875124FF4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747979-094B-4240-AB7B-6109552CEE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AOESN Microservices uses CMS to manage configuration files.</a:t>
          </a:r>
        </a:p>
      </dgm:t>
    </dgm:pt>
    <dgm:pt modelId="{CE96ACA6-60A7-4706-8AB2-DB6B0DCA242C}" type="parTrans" cxnId="{0DDD6CF5-A676-4C3B-9548-083DA5D85044}">
      <dgm:prSet/>
      <dgm:spPr/>
      <dgm:t>
        <a:bodyPr/>
        <a:lstStyle/>
        <a:p>
          <a:endParaRPr lang="en-US"/>
        </a:p>
      </dgm:t>
    </dgm:pt>
    <dgm:pt modelId="{CDEE17EF-EA0A-4B63-B491-C30C626BFF90}" type="sibTrans" cxnId="{0DDD6CF5-A676-4C3B-9548-083DA5D850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56F272-B09B-40FD-AA8D-CD5FA2FC83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Publishing takes ~1 hour due to CMS pipelines.</a:t>
          </a:r>
        </a:p>
      </dgm:t>
    </dgm:pt>
    <dgm:pt modelId="{97B5DE32-9CFD-45D2-A532-6AA0F52ECD29}" type="parTrans" cxnId="{E768240B-07DF-4417-8C36-756CD4B40A9A}">
      <dgm:prSet/>
      <dgm:spPr/>
      <dgm:t>
        <a:bodyPr/>
        <a:lstStyle/>
        <a:p>
          <a:endParaRPr lang="en-US"/>
        </a:p>
      </dgm:t>
    </dgm:pt>
    <dgm:pt modelId="{C6EB04B0-CFB6-46B8-B060-7FD2FDD86311}" type="sibTrans" cxnId="{E768240B-07DF-4417-8C36-756CD4B40A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F6FE23-54BE-4986-B075-B196048D11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File checkout locks other authors until the publish completes.</a:t>
          </a:r>
        </a:p>
      </dgm:t>
    </dgm:pt>
    <dgm:pt modelId="{3756C4B3-242F-4FC3-9598-2DA73981B2A1}" type="parTrans" cxnId="{FF6D1791-1CE8-486C-885B-D64A713CCB72}">
      <dgm:prSet/>
      <dgm:spPr/>
      <dgm:t>
        <a:bodyPr/>
        <a:lstStyle/>
        <a:p>
          <a:endParaRPr lang="en-US"/>
        </a:p>
      </dgm:t>
    </dgm:pt>
    <dgm:pt modelId="{55C94332-4B6C-4956-A271-F285924A62F0}" type="sibTrans" cxnId="{FF6D1791-1CE8-486C-885B-D64A713CCB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397133-EE46-4CF3-9CFE-7E43DBD96C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Manual publishing of config files required.</a:t>
          </a:r>
        </a:p>
      </dgm:t>
    </dgm:pt>
    <dgm:pt modelId="{4DCDF006-89D6-4927-B782-7BFD6C41948E}" type="parTrans" cxnId="{E28569ED-7578-4545-9DB6-B706B7CFBA12}">
      <dgm:prSet/>
      <dgm:spPr/>
      <dgm:t>
        <a:bodyPr/>
        <a:lstStyle/>
        <a:p>
          <a:endParaRPr lang="en-US"/>
        </a:p>
      </dgm:t>
    </dgm:pt>
    <dgm:pt modelId="{2D1E5B12-5072-42A1-8A11-59D3596A8D9C}" type="sibTrans" cxnId="{E28569ED-7578-4545-9DB6-B706B7CFBA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805462-42F4-4AAA-9A0F-C914EC3E98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rollback/checkout option until the lock releases after prod publishing.</a:t>
          </a:r>
        </a:p>
      </dgm:t>
    </dgm:pt>
    <dgm:pt modelId="{B4D1AC51-64E1-4C66-8DDC-06ADBBA7444E}" type="parTrans" cxnId="{01F6B77E-D94B-4F1C-B3CE-3DA4593D7716}">
      <dgm:prSet/>
      <dgm:spPr/>
      <dgm:t>
        <a:bodyPr/>
        <a:lstStyle/>
        <a:p>
          <a:endParaRPr lang="en-US"/>
        </a:p>
      </dgm:t>
    </dgm:pt>
    <dgm:pt modelId="{93B13612-8148-4A27-842C-A153E0FEA27F}" type="sibTrans" cxnId="{01F6B77E-D94B-4F1C-B3CE-3DA4593D77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FFAE81-9C1E-4F39-B7D4-305568DFF7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Impact: Slow changes, poor collaboration, and high maintenance overhead.</a:t>
          </a:r>
        </a:p>
      </dgm:t>
    </dgm:pt>
    <dgm:pt modelId="{0FCCF99C-EB5B-4DEB-87D7-5A771CE55274}" type="parTrans" cxnId="{7302D6C5-A8C3-4991-AFB5-D5506E3CEBD9}">
      <dgm:prSet/>
      <dgm:spPr/>
      <dgm:t>
        <a:bodyPr/>
        <a:lstStyle/>
        <a:p>
          <a:endParaRPr lang="en-US"/>
        </a:p>
      </dgm:t>
    </dgm:pt>
    <dgm:pt modelId="{5CCB54DA-A5D6-4BB6-9054-B8CF3325A671}" type="sibTrans" cxnId="{7302D6C5-A8C3-4991-AFB5-D5506E3CEBD9}">
      <dgm:prSet/>
      <dgm:spPr/>
      <dgm:t>
        <a:bodyPr/>
        <a:lstStyle/>
        <a:p>
          <a:endParaRPr lang="en-US"/>
        </a:p>
      </dgm:t>
    </dgm:pt>
    <dgm:pt modelId="{BFF6DB6D-93A2-43DB-ABA0-B101FA14199C}" type="pres">
      <dgm:prSet presAssocID="{5A0C454D-C7E5-403D-B03E-72875124FF4C}" presName="root" presStyleCnt="0">
        <dgm:presLayoutVars>
          <dgm:dir/>
          <dgm:resizeHandles val="exact"/>
        </dgm:presLayoutVars>
      </dgm:prSet>
      <dgm:spPr/>
    </dgm:pt>
    <dgm:pt modelId="{A4676BDF-CC7B-4034-9214-A5E0EC6EAF88}" type="pres">
      <dgm:prSet presAssocID="{82747979-094B-4240-AB7B-6109552CEEB8}" presName="compNode" presStyleCnt="0"/>
      <dgm:spPr/>
    </dgm:pt>
    <dgm:pt modelId="{2D708FCB-4EFF-4871-893B-D74FC84F6CBE}" type="pres">
      <dgm:prSet presAssocID="{82747979-094B-4240-AB7B-6109552CEEB8}" presName="bgRect" presStyleLbl="bgShp" presStyleIdx="0" presStyleCnt="6"/>
      <dgm:spPr/>
    </dgm:pt>
    <dgm:pt modelId="{C6362976-B6F8-480C-9D65-E07A71D3D666}" type="pres">
      <dgm:prSet presAssocID="{82747979-094B-4240-AB7B-6109552CEEB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F41233A-BBBF-4538-A6F0-50CC492B54F1}" type="pres">
      <dgm:prSet presAssocID="{82747979-094B-4240-AB7B-6109552CEEB8}" presName="spaceRect" presStyleCnt="0"/>
      <dgm:spPr/>
    </dgm:pt>
    <dgm:pt modelId="{1CC70626-2E9A-4F57-A9F0-84AEB33CBA1D}" type="pres">
      <dgm:prSet presAssocID="{82747979-094B-4240-AB7B-6109552CEEB8}" presName="parTx" presStyleLbl="revTx" presStyleIdx="0" presStyleCnt="6">
        <dgm:presLayoutVars>
          <dgm:chMax val="0"/>
          <dgm:chPref val="0"/>
        </dgm:presLayoutVars>
      </dgm:prSet>
      <dgm:spPr/>
    </dgm:pt>
    <dgm:pt modelId="{DFF652B4-4D1C-4D58-B871-A3C79A6D8305}" type="pres">
      <dgm:prSet presAssocID="{CDEE17EF-EA0A-4B63-B491-C30C626BFF90}" presName="sibTrans" presStyleCnt="0"/>
      <dgm:spPr/>
    </dgm:pt>
    <dgm:pt modelId="{FE2E20FF-D893-4DFA-943D-552DC9A6446E}" type="pres">
      <dgm:prSet presAssocID="{5F56F272-B09B-40FD-AA8D-CD5FA2FC8373}" presName="compNode" presStyleCnt="0"/>
      <dgm:spPr/>
    </dgm:pt>
    <dgm:pt modelId="{FE2C786A-A154-4D9B-9AE4-457A8D0CE039}" type="pres">
      <dgm:prSet presAssocID="{5F56F272-B09B-40FD-AA8D-CD5FA2FC8373}" presName="bgRect" presStyleLbl="bgShp" presStyleIdx="1" presStyleCnt="6"/>
      <dgm:spPr/>
    </dgm:pt>
    <dgm:pt modelId="{03ADB7C9-E976-4CD9-8AA9-A02B006C2194}" type="pres">
      <dgm:prSet presAssocID="{5F56F272-B09B-40FD-AA8D-CD5FA2FC837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707BD7C2-8C39-4F76-8E2E-8A6372674F90}" type="pres">
      <dgm:prSet presAssocID="{5F56F272-B09B-40FD-AA8D-CD5FA2FC8373}" presName="spaceRect" presStyleCnt="0"/>
      <dgm:spPr/>
    </dgm:pt>
    <dgm:pt modelId="{5493D364-A245-44C4-8820-A1B9E65766C5}" type="pres">
      <dgm:prSet presAssocID="{5F56F272-B09B-40FD-AA8D-CD5FA2FC8373}" presName="parTx" presStyleLbl="revTx" presStyleIdx="1" presStyleCnt="6">
        <dgm:presLayoutVars>
          <dgm:chMax val="0"/>
          <dgm:chPref val="0"/>
        </dgm:presLayoutVars>
      </dgm:prSet>
      <dgm:spPr/>
    </dgm:pt>
    <dgm:pt modelId="{890324FA-EEDF-49D4-87F0-399866446907}" type="pres">
      <dgm:prSet presAssocID="{C6EB04B0-CFB6-46B8-B060-7FD2FDD86311}" presName="sibTrans" presStyleCnt="0"/>
      <dgm:spPr/>
    </dgm:pt>
    <dgm:pt modelId="{BE6A3998-898D-4EEA-BDF1-F8D8F5F665A0}" type="pres">
      <dgm:prSet presAssocID="{4DF6FE23-54BE-4986-B075-B196048D110C}" presName="compNode" presStyleCnt="0"/>
      <dgm:spPr/>
    </dgm:pt>
    <dgm:pt modelId="{7EA1339A-42F4-4746-8521-C708B1667E4A}" type="pres">
      <dgm:prSet presAssocID="{4DF6FE23-54BE-4986-B075-B196048D110C}" presName="bgRect" presStyleLbl="bgShp" presStyleIdx="2" presStyleCnt="6"/>
      <dgm:spPr/>
    </dgm:pt>
    <dgm:pt modelId="{3C6F0FE9-5158-4FE1-ABAC-92532DDA01D6}" type="pres">
      <dgm:prSet presAssocID="{4DF6FE23-54BE-4986-B075-B196048D110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0AA1609-3A91-4327-91B1-35714D611C39}" type="pres">
      <dgm:prSet presAssocID="{4DF6FE23-54BE-4986-B075-B196048D110C}" presName="spaceRect" presStyleCnt="0"/>
      <dgm:spPr/>
    </dgm:pt>
    <dgm:pt modelId="{B987AE8D-FFD6-4713-AFF0-F716D5B7F706}" type="pres">
      <dgm:prSet presAssocID="{4DF6FE23-54BE-4986-B075-B196048D110C}" presName="parTx" presStyleLbl="revTx" presStyleIdx="2" presStyleCnt="6">
        <dgm:presLayoutVars>
          <dgm:chMax val="0"/>
          <dgm:chPref val="0"/>
        </dgm:presLayoutVars>
      </dgm:prSet>
      <dgm:spPr/>
    </dgm:pt>
    <dgm:pt modelId="{03D5A7AA-3BB4-4297-A4E8-A6DB19CF8ABB}" type="pres">
      <dgm:prSet presAssocID="{55C94332-4B6C-4956-A271-F285924A62F0}" presName="sibTrans" presStyleCnt="0"/>
      <dgm:spPr/>
    </dgm:pt>
    <dgm:pt modelId="{52AE6613-20F5-4BCC-B55A-D3975B5E61B3}" type="pres">
      <dgm:prSet presAssocID="{4D397133-EE46-4CF3-9CFE-7E43DBD96C3C}" presName="compNode" presStyleCnt="0"/>
      <dgm:spPr/>
    </dgm:pt>
    <dgm:pt modelId="{BFA86BF2-FBA6-4BE5-9629-837E3B67BB37}" type="pres">
      <dgm:prSet presAssocID="{4D397133-EE46-4CF3-9CFE-7E43DBD96C3C}" presName="bgRect" presStyleLbl="bgShp" presStyleIdx="3" presStyleCnt="6"/>
      <dgm:spPr/>
    </dgm:pt>
    <dgm:pt modelId="{FEE647FA-EC67-4542-A5AD-494B055FAA5C}" type="pres">
      <dgm:prSet presAssocID="{4D397133-EE46-4CF3-9CFE-7E43DBD96C3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5A22150-F728-4EBC-A47A-8B46A6BDE473}" type="pres">
      <dgm:prSet presAssocID="{4D397133-EE46-4CF3-9CFE-7E43DBD96C3C}" presName="spaceRect" presStyleCnt="0"/>
      <dgm:spPr/>
    </dgm:pt>
    <dgm:pt modelId="{4A076EC3-C2DB-43D3-8808-64DF26EFA477}" type="pres">
      <dgm:prSet presAssocID="{4D397133-EE46-4CF3-9CFE-7E43DBD96C3C}" presName="parTx" presStyleLbl="revTx" presStyleIdx="3" presStyleCnt="6">
        <dgm:presLayoutVars>
          <dgm:chMax val="0"/>
          <dgm:chPref val="0"/>
        </dgm:presLayoutVars>
      </dgm:prSet>
      <dgm:spPr/>
    </dgm:pt>
    <dgm:pt modelId="{A9F7E87C-8947-45FC-A75C-C1745A81B98C}" type="pres">
      <dgm:prSet presAssocID="{2D1E5B12-5072-42A1-8A11-59D3596A8D9C}" presName="sibTrans" presStyleCnt="0"/>
      <dgm:spPr/>
    </dgm:pt>
    <dgm:pt modelId="{CBA0BF95-7727-4DBE-ADD8-63AA5588B20D}" type="pres">
      <dgm:prSet presAssocID="{00805462-42F4-4AAA-9A0F-C914EC3E9826}" presName="compNode" presStyleCnt="0"/>
      <dgm:spPr/>
    </dgm:pt>
    <dgm:pt modelId="{44F3833C-64C8-449B-AFA6-8608DF70F822}" type="pres">
      <dgm:prSet presAssocID="{00805462-42F4-4AAA-9A0F-C914EC3E9826}" presName="bgRect" presStyleLbl="bgShp" presStyleIdx="4" presStyleCnt="6"/>
      <dgm:spPr/>
    </dgm:pt>
    <dgm:pt modelId="{F948D40F-EB63-41E3-A273-131BAC03F4A1}" type="pres">
      <dgm:prSet presAssocID="{00805462-42F4-4AAA-9A0F-C914EC3E982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2F3C399C-BA79-4770-B823-99394ADC7068}" type="pres">
      <dgm:prSet presAssocID="{00805462-42F4-4AAA-9A0F-C914EC3E9826}" presName="spaceRect" presStyleCnt="0"/>
      <dgm:spPr/>
    </dgm:pt>
    <dgm:pt modelId="{6066D74A-4154-46D3-B830-0C1594702126}" type="pres">
      <dgm:prSet presAssocID="{00805462-42F4-4AAA-9A0F-C914EC3E9826}" presName="parTx" presStyleLbl="revTx" presStyleIdx="4" presStyleCnt="6">
        <dgm:presLayoutVars>
          <dgm:chMax val="0"/>
          <dgm:chPref val="0"/>
        </dgm:presLayoutVars>
      </dgm:prSet>
      <dgm:spPr/>
    </dgm:pt>
    <dgm:pt modelId="{D31C722B-4F01-4F56-9353-9708CEB335C7}" type="pres">
      <dgm:prSet presAssocID="{93B13612-8148-4A27-842C-A153E0FEA27F}" presName="sibTrans" presStyleCnt="0"/>
      <dgm:spPr/>
    </dgm:pt>
    <dgm:pt modelId="{B3C19A8B-2BB9-44ED-8A07-E6956B4CE33E}" type="pres">
      <dgm:prSet presAssocID="{C9FFAE81-9C1E-4F39-B7D4-305568DFF7BD}" presName="compNode" presStyleCnt="0"/>
      <dgm:spPr/>
    </dgm:pt>
    <dgm:pt modelId="{933CBB95-A197-483E-896C-5E282A5DA345}" type="pres">
      <dgm:prSet presAssocID="{C9FFAE81-9C1E-4F39-B7D4-305568DFF7BD}" presName="bgRect" presStyleLbl="bgShp" presStyleIdx="5" presStyleCnt="6"/>
      <dgm:spPr/>
    </dgm:pt>
    <dgm:pt modelId="{F92A0D68-98F8-40B9-BE9F-7BA63D39B125}" type="pres">
      <dgm:prSet presAssocID="{C9FFAE81-9C1E-4F39-B7D4-305568DFF7B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9E89E135-352B-4759-AADE-C456506BD0C8}" type="pres">
      <dgm:prSet presAssocID="{C9FFAE81-9C1E-4F39-B7D4-305568DFF7BD}" presName="spaceRect" presStyleCnt="0"/>
      <dgm:spPr/>
    </dgm:pt>
    <dgm:pt modelId="{3590C404-EE2A-437F-BD94-7B3B92224249}" type="pres">
      <dgm:prSet presAssocID="{C9FFAE81-9C1E-4F39-B7D4-305568DFF7B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621C002-C52A-4DB3-8B65-67A74B4AC3BA}" type="presOf" srcId="{5A0C454D-C7E5-403D-B03E-72875124FF4C}" destId="{BFF6DB6D-93A2-43DB-ABA0-B101FA14199C}" srcOrd="0" destOrd="0" presId="urn:microsoft.com/office/officeart/2018/2/layout/IconVerticalSolidList"/>
    <dgm:cxn modelId="{ADE8060B-6900-4BE3-AEB3-BE0E67933269}" type="presOf" srcId="{82747979-094B-4240-AB7B-6109552CEEB8}" destId="{1CC70626-2E9A-4F57-A9F0-84AEB33CBA1D}" srcOrd="0" destOrd="0" presId="urn:microsoft.com/office/officeart/2018/2/layout/IconVerticalSolidList"/>
    <dgm:cxn modelId="{E768240B-07DF-4417-8C36-756CD4B40A9A}" srcId="{5A0C454D-C7E5-403D-B03E-72875124FF4C}" destId="{5F56F272-B09B-40FD-AA8D-CD5FA2FC8373}" srcOrd="1" destOrd="0" parTransId="{97B5DE32-9CFD-45D2-A532-6AA0F52ECD29}" sibTransId="{C6EB04B0-CFB6-46B8-B060-7FD2FDD86311}"/>
    <dgm:cxn modelId="{BB87091D-F5EF-41D2-A879-B9A3B2629CEB}" type="presOf" srcId="{C9FFAE81-9C1E-4F39-B7D4-305568DFF7BD}" destId="{3590C404-EE2A-437F-BD94-7B3B92224249}" srcOrd="0" destOrd="0" presId="urn:microsoft.com/office/officeart/2018/2/layout/IconVerticalSolidList"/>
    <dgm:cxn modelId="{7D219573-4BC6-45E9-87AF-42BFAC0ECA75}" type="presOf" srcId="{00805462-42F4-4AAA-9A0F-C914EC3E9826}" destId="{6066D74A-4154-46D3-B830-0C1594702126}" srcOrd="0" destOrd="0" presId="urn:microsoft.com/office/officeart/2018/2/layout/IconVerticalSolidList"/>
    <dgm:cxn modelId="{01F6B77E-D94B-4F1C-B3CE-3DA4593D7716}" srcId="{5A0C454D-C7E5-403D-B03E-72875124FF4C}" destId="{00805462-42F4-4AAA-9A0F-C914EC3E9826}" srcOrd="4" destOrd="0" parTransId="{B4D1AC51-64E1-4C66-8DDC-06ADBBA7444E}" sibTransId="{93B13612-8148-4A27-842C-A153E0FEA27F}"/>
    <dgm:cxn modelId="{FF6D1791-1CE8-486C-885B-D64A713CCB72}" srcId="{5A0C454D-C7E5-403D-B03E-72875124FF4C}" destId="{4DF6FE23-54BE-4986-B075-B196048D110C}" srcOrd="2" destOrd="0" parTransId="{3756C4B3-242F-4FC3-9598-2DA73981B2A1}" sibTransId="{55C94332-4B6C-4956-A271-F285924A62F0}"/>
    <dgm:cxn modelId="{A2893BBF-6878-4C7B-A86C-DBE13575EA6D}" type="presOf" srcId="{4D397133-EE46-4CF3-9CFE-7E43DBD96C3C}" destId="{4A076EC3-C2DB-43D3-8808-64DF26EFA477}" srcOrd="0" destOrd="0" presId="urn:microsoft.com/office/officeart/2018/2/layout/IconVerticalSolidList"/>
    <dgm:cxn modelId="{7302D6C5-A8C3-4991-AFB5-D5506E3CEBD9}" srcId="{5A0C454D-C7E5-403D-B03E-72875124FF4C}" destId="{C9FFAE81-9C1E-4F39-B7D4-305568DFF7BD}" srcOrd="5" destOrd="0" parTransId="{0FCCF99C-EB5B-4DEB-87D7-5A771CE55274}" sibTransId="{5CCB54DA-A5D6-4BB6-9054-B8CF3325A671}"/>
    <dgm:cxn modelId="{090515CA-B046-4A15-B70F-2B6DCC440579}" type="presOf" srcId="{5F56F272-B09B-40FD-AA8D-CD5FA2FC8373}" destId="{5493D364-A245-44C4-8820-A1B9E65766C5}" srcOrd="0" destOrd="0" presId="urn:microsoft.com/office/officeart/2018/2/layout/IconVerticalSolidList"/>
    <dgm:cxn modelId="{E28569ED-7578-4545-9DB6-B706B7CFBA12}" srcId="{5A0C454D-C7E5-403D-B03E-72875124FF4C}" destId="{4D397133-EE46-4CF3-9CFE-7E43DBD96C3C}" srcOrd="3" destOrd="0" parTransId="{4DCDF006-89D6-4927-B782-7BFD6C41948E}" sibTransId="{2D1E5B12-5072-42A1-8A11-59D3596A8D9C}"/>
    <dgm:cxn modelId="{FA7EF6EF-279B-4345-889B-750CC6588908}" type="presOf" srcId="{4DF6FE23-54BE-4986-B075-B196048D110C}" destId="{B987AE8D-FFD6-4713-AFF0-F716D5B7F706}" srcOrd="0" destOrd="0" presId="urn:microsoft.com/office/officeart/2018/2/layout/IconVerticalSolidList"/>
    <dgm:cxn modelId="{0DDD6CF5-A676-4C3B-9548-083DA5D85044}" srcId="{5A0C454D-C7E5-403D-B03E-72875124FF4C}" destId="{82747979-094B-4240-AB7B-6109552CEEB8}" srcOrd="0" destOrd="0" parTransId="{CE96ACA6-60A7-4706-8AB2-DB6B0DCA242C}" sibTransId="{CDEE17EF-EA0A-4B63-B491-C30C626BFF90}"/>
    <dgm:cxn modelId="{64E5F3AA-FE74-4A31-972D-7A13BDDC26FA}" type="presParOf" srcId="{BFF6DB6D-93A2-43DB-ABA0-B101FA14199C}" destId="{A4676BDF-CC7B-4034-9214-A5E0EC6EAF88}" srcOrd="0" destOrd="0" presId="urn:microsoft.com/office/officeart/2018/2/layout/IconVerticalSolidList"/>
    <dgm:cxn modelId="{7A698E72-1B73-40A3-9D05-E07C7CF41959}" type="presParOf" srcId="{A4676BDF-CC7B-4034-9214-A5E0EC6EAF88}" destId="{2D708FCB-4EFF-4871-893B-D74FC84F6CBE}" srcOrd="0" destOrd="0" presId="urn:microsoft.com/office/officeart/2018/2/layout/IconVerticalSolidList"/>
    <dgm:cxn modelId="{274D8415-7130-4E54-8D37-43008E2CD38D}" type="presParOf" srcId="{A4676BDF-CC7B-4034-9214-A5E0EC6EAF88}" destId="{C6362976-B6F8-480C-9D65-E07A71D3D666}" srcOrd="1" destOrd="0" presId="urn:microsoft.com/office/officeart/2018/2/layout/IconVerticalSolidList"/>
    <dgm:cxn modelId="{DC25EBA5-ACEA-4055-BF29-0526C76225A3}" type="presParOf" srcId="{A4676BDF-CC7B-4034-9214-A5E0EC6EAF88}" destId="{8F41233A-BBBF-4538-A6F0-50CC492B54F1}" srcOrd="2" destOrd="0" presId="urn:microsoft.com/office/officeart/2018/2/layout/IconVerticalSolidList"/>
    <dgm:cxn modelId="{2B216B6F-6C6F-4254-9DF6-E60B2CDD9FC0}" type="presParOf" srcId="{A4676BDF-CC7B-4034-9214-A5E0EC6EAF88}" destId="{1CC70626-2E9A-4F57-A9F0-84AEB33CBA1D}" srcOrd="3" destOrd="0" presId="urn:microsoft.com/office/officeart/2018/2/layout/IconVerticalSolidList"/>
    <dgm:cxn modelId="{53905847-D574-46B2-B744-60C7FBBBB135}" type="presParOf" srcId="{BFF6DB6D-93A2-43DB-ABA0-B101FA14199C}" destId="{DFF652B4-4D1C-4D58-B871-A3C79A6D8305}" srcOrd="1" destOrd="0" presId="urn:microsoft.com/office/officeart/2018/2/layout/IconVerticalSolidList"/>
    <dgm:cxn modelId="{2A750F7F-8715-4A38-8824-85E7096DCB45}" type="presParOf" srcId="{BFF6DB6D-93A2-43DB-ABA0-B101FA14199C}" destId="{FE2E20FF-D893-4DFA-943D-552DC9A6446E}" srcOrd="2" destOrd="0" presId="urn:microsoft.com/office/officeart/2018/2/layout/IconVerticalSolidList"/>
    <dgm:cxn modelId="{E3100818-A30A-420C-B724-AD3E19C1A58F}" type="presParOf" srcId="{FE2E20FF-D893-4DFA-943D-552DC9A6446E}" destId="{FE2C786A-A154-4D9B-9AE4-457A8D0CE039}" srcOrd="0" destOrd="0" presId="urn:microsoft.com/office/officeart/2018/2/layout/IconVerticalSolidList"/>
    <dgm:cxn modelId="{795A8AE8-0F65-4E8D-922B-B76930E7536D}" type="presParOf" srcId="{FE2E20FF-D893-4DFA-943D-552DC9A6446E}" destId="{03ADB7C9-E976-4CD9-8AA9-A02B006C2194}" srcOrd="1" destOrd="0" presId="urn:microsoft.com/office/officeart/2018/2/layout/IconVerticalSolidList"/>
    <dgm:cxn modelId="{7132C435-D3BE-46DC-A06F-D15CCD35DBAB}" type="presParOf" srcId="{FE2E20FF-D893-4DFA-943D-552DC9A6446E}" destId="{707BD7C2-8C39-4F76-8E2E-8A6372674F90}" srcOrd="2" destOrd="0" presId="urn:microsoft.com/office/officeart/2018/2/layout/IconVerticalSolidList"/>
    <dgm:cxn modelId="{7B3F7922-B73F-4C17-901F-7EE7DA9E19AE}" type="presParOf" srcId="{FE2E20FF-D893-4DFA-943D-552DC9A6446E}" destId="{5493D364-A245-44C4-8820-A1B9E65766C5}" srcOrd="3" destOrd="0" presId="urn:microsoft.com/office/officeart/2018/2/layout/IconVerticalSolidList"/>
    <dgm:cxn modelId="{90495A75-6319-47EE-A1B0-285853B55015}" type="presParOf" srcId="{BFF6DB6D-93A2-43DB-ABA0-B101FA14199C}" destId="{890324FA-EEDF-49D4-87F0-399866446907}" srcOrd="3" destOrd="0" presId="urn:microsoft.com/office/officeart/2018/2/layout/IconVerticalSolidList"/>
    <dgm:cxn modelId="{38EDEB91-A42A-46DD-9D7F-708FD3CBE7A6}" type="presParOf" srcId="{BFF6DB6D-93A2-43DB-ABA0-B101FA14199C}" destId="{BE6A3998-898D-4EEA-BDF1-F8D8F5F665A0}" srcOrd="4" destOrd="0" presId="urn:microsoft.com/office/officeart/2018/2/layout/IconVerticalSolidList"/>
    <dgm:cxn modelId="{3D4D6543-C2C9-4D16-9B00-CE27E147A8AF}" type="presParOf" srcId="{BE6A3998-898D-4EEA-BDF1-F8D8F5F665A0}" destId="{7EA1339A-42F4-4746-8521-C708B1667E4A}" srcOrd="0" destOrd="0" presId="urn:microsoft.com/office/officeart/2018/2/layout/IconVerticalSolidList"/>
    <dgm:cxn modelId="{0AEE5040-D5D7-47A9-A0C9-D21920C4EEC4}" type="presParOf" srcId="{BE6A3998-898D-4EEA-BDF1-F8D8F5F665A0}" destId="{3C6F0FE9-5158-4FE1-ABAC-92532DDA01D6}" srcOrd="1" destOrd="0" presId="urn:microsoft.com/office/officeart/2018/2/layout/IconVerticalSolidList"/>
    <dgm:cxn modelId="{F382024D-9737-4715-B063-B5209C6A625F}" type="presParOf" srcId="{BE6A3998-898D-4EEA-BDF1-F8D8F5F665A0}" destId="{90AA1609-3A91-4327-91B1-35714D611C39}" srcOrd="2" destOrd="0" presId="urn:microsoft.com/office/officeart/2018/2/layout/IconVerticalSolidList"/>
    <dgm:cxn modelId="{B0B0D7E0-2958-439F-94B8-0E73F6C859EC}" type="presParOf" srcId="{BE6A3998-898D-4EEA-BDF1-F8D8F5F665A0}" destId="{B987AE8D-FFD6-4713-AFF0-F716D5B7F706}" srcOrd="3" destOrd="0" presId="urn:microsoft.com/office/officeart/2018/2/layout/IconVerticalSolidList"/>
    <dgm:cxn modelId="{00B7F8C0-FDCE-4537-9C96-948B92A5492A}" type="presParOf" srcId="{BFF6DB6D-93A2-43DB-ABA0-B101FA14199C}" destId="{03D5A7AA-3BB4-4297-A4E8-A6DB19CF8ABB}" srcOrd="5" destOrd="0" presId="urn:microsoft.com/office/officeart/2018/2/layout/IconVerticalSolidList"/>
    <dgm:cxn modelId="{D94D7FD5-F569-4F54-BD15-3397AEF14E16}" type="presParOf" srcId="{BFF6DB6D-93A2-43DB-ABA0-B101FA14199C}" destId="{52AE6613-20F5-4BCC-B55A-D3975B5E61B3}" srcOrd="6" destOrd="0" presId="urn:microsoft.com/office/officeart/2018/2/layout/IconVerticalSolidList"/>
    <dgm:cxn modelId="{D773BC24-3B2C-4C2B-B8BF-1BF27440DD1E}" type="presParOf" srcId="{52AE6613-20F5-4BCC-B55A-D3975B5E61B3}" destId="{BFA86BF2-FBA6-4BE5-9629-837E3B67BB37}" srcOrd="0" destOrd="0" presId="urn:microsoft.com/office/officeart/2018/2/layout/IconVerticalSolidList"/>
    <dgm:cxn modelId="{F09B4836-660C-4800-8470-E3B2F67A2761}" type="presParOf" srcId="{52AE6613-20F5-4BCC-B55A-D3975B5E61B3}" destId="{FEE647FA-EC67-4542-A5AD-494B055FAA5C}" srcOrd="1" destOrd="0" presId="urn:microsoft.com/office/officeart/2018/2/layout/IconVerticalSolidList"/>
    <dgm:cxn modelId="{1BDE32B8-5CF8-4850-A99F-C616BE3A3CDE}" type="presParOf" srcId="{52AE6613-20F5-4BCC-B55A-D3975B5E61B3}" destId="{85A22150-F728-4EBC-A47A-8B46A6BDE473}" srcOrd="2" destOrd="0" presId="urn:microsoft.com/office/officeart/2018/2/layout/IconVerticalSolidList"/>
    <dgm:cxn modelId="{5DB16312-A316-41A1-A397-1C52C86D9D38}" type="presParOf" srcId="{52AE6613-20F5-4BCC-B55A-D3975B5E61B3}" destId="{4A076EC3-C2DB-43D3-8808-64DF26EFA477}" srcOrd="3" destOrd="0" presId="urn:microsoft.com/office/officeart/2018/2/layout/IconVerticalSolidList"/>
    <dgm:cxn modelId="{B7C2FBD4-EC73-425B-9F6D-90C16EAB3B59}" type="presParOf" srcId="{BFF6DB6D-93A2-43DB-ABA0-B101FA14199C}" destId="{A9F7E87C-8947-45FC-A75C-C1745A81B98C}" srcOrd="7" destOrd="0" presId="urn:microsoft.com/office/officeart/2018/2/layout/IconVerticalSolidList"/>
    <dgm:cxn modelId="{44914762-A50B-4044-B1D9-D54C93EFBD20}" type="presParOf" srcId="{BFF6DB6D-93A2-43DB-ABA0-B101FA14199C}" destId="{CBA0BF95-7727-4DBE-ADD8-63AA5588B20D}" srcOrd="8" destOrd="0" presId="urn:microsoft.com/office/officeart/2018/2/layout/IconVerticalSolidList"/>
    <dgm:cxn modelId="{25C83984-5330-486A-9B8D-A06D731343D0}" type="presParOf" srcId="{CBA0BF95-7727-4DBE-ADD8-63AA5588B20D}" destId="{44F3833C-64C8-449B-AFA6-8608DF70F822}" srcOrd="0" destOrd="0" presId="urn:microsoft.com/office/officeart/2018/2/layout/IconVerticalSolidList"/>
    <dgm:cxn modelId="{5E840653-283E-4D2C-A472-1A517FA3D508}" type="presParOf" srcId="{CBA0BF95-7727-4DBE-ADD8-63AA5588B20D}" destId="{F948D40F-EB63-41E3-A273-131BAC03F4A1}" srcOrd="1" destOrd="0" presId="urn:microsoft.com/office/officeart/2018/2/layout/IconVerticalSolidList"/>
    <dgm:cxn modelId="{FB7159A6-B4CA-45C1-97E3-E8F432F67704}" type="presParOf" srcId="{CBA0BF95-7727-4DBE-ADD8-63AA5588B20D}" destId="{2F3C399C-BA79-4770-B823-99394ADC7068}" srcOrd="2" destOrd="0" presId="urn:microsoft.com/office/officeart/2018/2/layout/IconVerticalSolidList"/>
    <dgm:cxn modelId="{090D4ABB-8B14-4F1C-BC96-3451FF39239A}" type="presParOf" srcId="{CBA0BF95-7727-4DBE-ADD8-63AA5588B20D}" destId="{6066D74A-4154-46D3-B830-0C1594702126}" srcOrd="3" destOrd="0" presId="urn:microsoft.com/office/officeart/2018/2/layout/IconVerticalSolidList"/>
    <dgm:cxn modelId="{3A271865-4D59-4B5F-AAE6-296F9CD813B1}" type="presParOf" srcId="{BFF6DB6D-93A2-43DB-ABA0-B101FA14199C}" destId="{D31C722B-4F01-4F56-9353-9708CEB335C7}" srcOrd="9" destOrd="0" presId="urn:microsoft.com/office/officeart/2018/2/layout/IconVerticalSolidList"/>
    <dgm:cxn modelId="{D1091262-13F5-42EE-AA0D-B0FF79945DAF}" type="presParOf" srcId="{BFF6DB6D-93A2-43DB-ABA0-B101FA14199C}" destId="{B3C19A8B-2BB9-44ED-8A07-E6956B4CE33E}" srcOrd="10" destOrd="0" presId="urn:microsoft.com/office/officeart/2018/2/layout/IconVerticalSolidList"/>
    <dgm:cxn modelId="{1CEB20A1-2539-461A-89B5-92D46D8C7EFC}" type="presParOf" srcId="{B3C19A8B-2BB9-44ED-8A07-E6956B4CE33E}" destId="{933CBB95-A197-483E-896C-5E282A5DA345}" srcOrd="0" destOrd="0" presId="urn:microsoft.com/office/officeart/2018/2/layout/IconVerticalSolidList"/>
    <dgm:cxn modelId="{114DD64D-3429-4F27-8725-55D2BC563C1B}" type="presParOf" srcId="{B3C19A8B-2BB9-44ED-8A07-E6956B4CE33E}" destId="{F92A0D68-98F8-40B9-BE9F-7BA63D39B125}" srcOrd="1" destOrd="0" presId="urn:microsoft.com/office/officeart/2018/2/layout/IconVerticalSolidList"/>
    <dgm:cxn modelId="{B1353EAF-8330-4618-B9FE-1285A0A19660}" type="presParOf" srcId="{B3C19A8B-2BB9-44ED-8A07-E6956B4CE33E}" destId="{9E89E135-352B-4759-AADE-C456506BD0C8}" srcOrd="2" destOrd="0" presId="urn:microsoft.com/office/officeart/2018/2/layout/IconVerticalSolidList"/>
    <dgm:cxn modelId="{AEB6FBA5-DCA5-4A27-A3A4-E7CC1502C304}" type="presParOf" srcId="{B3C19A8B-2BB9-44ED-8A07-E6956B4CE33E}" destId="{3590C404-EE2A-437F-BD94-7B3B922242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102F34-F54E-4EE6-A657-168B3F8AF94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D1969CB-8C2A-4240-A794-DB04B4CB3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Implement Spring Cloud Config Server backed by Git.</a:t>
          </a:r>
        </a:p>
      </dgm:t>
    </dgm:pt>
    <dgm:pt modelId="{6FA9897F-6C37-4AE1-B0AD-12F275D64D9F}" type="parTrans" cxnId="{7BCE637E-829B-4017-AF30-5DDABD8265AC}">
      <dgm:prSet/>
      <dgm:spPr/>
      <dgm:t>
        <a:bodyPr/>
        <a:lstStyle/>
        <a:p>
          <a:endParaRPr lang="en-US"/>
        </a:p>
      </dgm:t>
    </dgm:pt>
    <dgm:pt modelId="{11584F8B-68A1-4578-865E-70D6B784BF8A}" type="sibTrans" cxnId="{7BCE637E-829B-4017-AF30-5DDABD8265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01E17D-1F7B-40AC-86C3-8D3124484A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AO microservices fetch configuration directly from the Config Server.</a:t>
          </a:r>
        </a:p>
      </dgm:t>
    </dgm:pt>
    <dgm:pt modelId="{AE300568-C46D-40BB-9AF8-246EC398330C}" type="parTrans" cxnId="{81398B1A-F12D-4116-99DC-2D22DE24FF85}">
      <dgm:prSet/>
      <dgm:spPr/>
      <dgm:t>
        <a:bodyPr/>
        <a:lstStyle/>
        <a:p>
          <a:endParaRPr lang="en-US"/>
        </a:p>
      </dgm:t>
    </dgm:pt>
    <dgm:pt modelId="{887FFDDD-7325-4321-AFD5-B3110CA6F9F2}" type="sibTrans" cxnId="{81398B1A-F12D-4116-99DC-2D22DE24FF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5D01132-6E93-441D-A412-3D4D298D5D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Git repo serves as source of truth (version control + rollback).</a:t>
          </a:r>
        </a:p>
      </dgm:t>
    </dgm:pt>
    <dgm:pt modelId="{CD8FF910-D4CE-457F-A10E-26A930D8BFEB}" type="parTrans" cxnId="{91734D7B-53F2-4ED7-8FF9-55555155F9A6}">
      <dgm:prSet/>
      <dgm:spPr/>
      <dgm:t>
        <a:bodyPr/>
        <a:lstStyle/>
        <a:p>
          <a:endParaRPr lang="en-US"/>
        </a:p>
      </dgm:t>
    </dgm:pt>
    <dgm:pt modelId="{50C2A0D8-CBFD-420D-881D-4AA1F953F992}" type="sibTrans" cxnId="{91734D7B-53F2-4ED7-8FF9-55555155F9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C195FD-9780-497F-9847-8E16A2B52B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Real-time refresh via Spring Cloud refresh.</a:t>
          </a:r>
        </a:p>
      </dgm:t>
    </dgm:pt>
    <dgm:pt modelId="{22E13776-00BA-489D-9138-0D2D9AF8A95C}" type="parTrans" cxnId="{55534769-857C-4998-9912-AC3AEE771F53}">
      <dgm:prSet/>
      <dgm:spPr/>
      <dgm:t>
        <a:bodyPr/>
        <a:lstStyle/>
        <a:p>
          <a:endParaRPr lang="en-US"/>
        </a:p>
      </dgm:t>
    </dgm:pt>
    <dgm:pt modelId="{6137A738-8DD9-4B79-BE26-7D4CB09C2CD0}" type="sibTrans" cxnId="{55534769-857C-4998-9912-AC3AEE771F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68DA6F-43D3-4E15-9AFB-5410F7FE56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CI/CD and security (Vault integration) supported.</a:t>
          </a:r>
        </a:p>
      </dgm:t>
    </dgm:pt>
    <dgm:pt modelId="{11D56593-0983-40F6-AB4B-8FCCC21F686B}" type="parTrans" cxnId="{63B5FF7F-3FFC-46EC-8740-25F2D681A648}">
      <dgm:prSet/>
      <dgm:spPr/>
      <dgm:t>
        <a:bodyPr/>
        <a:lstStyle/>
        <a:p>
          <a:endParaRPr lang="en-US"/>
        </a:p>
      </dgm:t>
    </dgm:pt>
    <dgm:pt modelId="{CC049239-C9D9-49B6-B113-3E3BEBED7BFC}" type="sibTrans" cxnId="{63B5FF7F-3FFC-46EC-8740-25F2D681A648}">
      <dgm:prSet/>
      <dgm:spPr/>
      <dgm:t>
        <a:bodyPr/>
        <a:lstStyle/>
        <a:p>
          <a:endParaRPr lang="en-US"/>
        </a:p>
      </dgm:t>
    </dgm:pt>
    <dgm:pt modelId="{D879025B-7660-4DBE-A8D8-36DC478C866D}" type="pres">
      <dgm:prSet presAssocID="{55102F34-F54E-4EE6-A657-168B3F8AF943}" presName="root" presStyleCnt="0">
        <dgm:presLayoutVars>
          <dgm:dir/>
          <dgm:resizeHandles val="exact"/>
        </dgm:presLayoutVars>
      </dgm:prSet>
      <dgm:spPr/>
    </dgm:pt>
    <dgm:pt modelId="{B5F4DEB1-C9FC-4DF2-AB5E-53FB253A903B}" type="pres">
      <dgm:prSet presAssocID="{55102F34-F54E-4EE6-A657-168B3F8AF943}" presName="container" presStyleCnt="0">
        <dgm:presLayoutVars>
          <dgm:dir/>
          <dgm:resizeHandles val="exact"/>
        </dgm:presLayoutVars>
      </dgm:prSet>
      <dgm:spPr/>
    </dgm:pt>
    <dgm:pt modelId="{600B063E-A7B4-4AD1-B9B6-876631269AD8}" type="pres">
      <dgm:prSet presAssocID="{6D1969CB-8C2A-4240-A794-DB04B4CB3702}" presName="compNode" presStyleCnt="0"/>
      <dgm:spPr/>
    </dgm:pt>
    <dgm:pt modelId="{6869C164-8F76-4BCF-8BA1-4F378770539C}" type="pres">
      <dgm:prSet presAssocID="{6D1969CB-8C2A-4240-A794-DB04B4CB3702}" presName="iconBgRect" presStyleLbl="bgShp" presStyleIdx="0" presStyleCnt="5"/>
      <dgm:spPr/>
    </dgm:pt>
    <dgm:pt modelId="{F44FB1C9-DFC7-46B8-AC20-D332555FF1F4}" type="pres">
      <dgm:prSet presAssocID="{6D1969CB-8C2A-4240-A794-DB04B4CB370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DC568C0-E9B5-45D1-B0AE-CC98D7572F4B}" type="pres">
      <dgm:prSet presAssocID="{6D1969CB-8C2A-4240-A794-DB04B4CB3702}" presName="spaceRect" presStyleCnt="0"/>
      <dgm:spPr/>
    </dgm:pt>
    <dgm:pt modelId="{0447E9BF-A575-4FFE-9A54-8485C003D747}" type="pres">
      <dgm:prSet presAssocID="{6D1969CB-8C2A-4240-A794-DB04B4CB3702}" presName="textRect" presStyleLbl="revTx" presStyleIdx="0" presStyleCnt="5">
        <dgm:presLayoutVars>
          <dgm:chMax val="1"/>
          <dgm:chPref val="1"/>
        </dgm:presLayoutVars>
      </dgm:prSet>
      <dgm:spPr/>
    </dgm:pt>
    <dgm:pt modelId="{1B0FDB63-41AD-405F-8CC5-88076140D5A7}" type="pres">
      <dgm:prSet presAssocID="{11584F8B-68A1-4578-865E-70D6B784BF8A}" presName="sibTrans" presStyleLbl="sibTrans2D1" presStyleIdx="0" presStyleCnt="0"/>
      <dgm:spPr/>
    </dgm:pt>
    <dgm:pt modelId="{A40A612E-C0FC-4F36-8BA4-4303B5477971}" type="pres">
      <dgm:prSet presAssocID="{6A01E17D-1F7B-40AC-86C3-8D3124484AF1}" presName="compNode" presStyleCnt="0"/>
      <dgm:spPr/>
    </dgm:pt>
    <dgm:pt modelId="{18AE3FA9-5C2C-461A-914D-F592554374C6}" type="pres">
      <dgm:prSet presAssocID="{6A01E17D-1F7B-40AC-86C3-8D3124484AF1}" presName="iconBgRect" presStyleLbl="bgShp" presStyleIdx="1" presStyleCnt="5"/>
      <dgm:spPr/>
    </dgm:pt>
    <dgm:pt modelId="{3E29E94A-A5E7-4834-8299-FCE5140133FD}" type="pres">
      <dgm:prSet presAssocID="{6A01E17D-1F7B-40AC-86C3-8D3124484A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B59EE57-E205-4836-92BE-0E8A750E7DFA}" type="pres">
      <dgm:prSet presAssocID="{6A01E17D-1F7B-40AC-86C3-8D3124484AF1}" presName="spaceRect" presStyleCnt="0"/>
      <dgm:spPr/>
    </dgm:pt>
    <dgm:pt modelId="{E3892988-175C-49E6-8C05-BA7F2838BA4D}" type="pres">
      <dgm:prSet presAssocID="{6A01E17D-1F7B-40AC-86C3-8D3124484AF1}" presName="textRect" presStyleLbl="revTx" presStyleIdx="1" presStyleCnt="5">
        <dgm:presLayoutVars>
          <dgm:chMax val="1"/>
          <dgm:chPref val="1"/>
        </dgm:presLayoutVars>
      </dgm:prSet>
      <dgm:spPr/>
    </dgm:pt>
    <dgm:pt modelId="{4605802A-8ED0-4DDC-94A1-769DFB220315}" type="pres">
      <dgm:prSet presAssocID="{887FFDDD-7325-4321-AFD5-B3110CA6F9F2}" presName="sibTrans" presStyleLbl="sibTrans2D1" presStyleIdx="0" presStyleCnt="0"/>
      <dgm:spPr/>
    </dgm:pt>
    <dgm:pt modelId="{07D07233-4D05-4488-820A-6AB3E09B3F00}" type="pres">
      <dgm:prSet presAssocID="{35D01132-6E93-441D-A412-3D4D298D5D64}" presName="compNode" presStyleCnt="0"/>
      <dgm:spPr/>
    </dgm:pt>
    <dgm:pt modelId="{8DA144AD-328A-4670-AF5E-5A8B803EA4B6}" type="pres">
      <dgm:prSet presAssocID="{35D01132-6E93-441D-A412-3D4D298D5D64}" presName="iconBgRect" presStyleLbl="bgShp" presStyleIdx="2" presStyleCnt="5"/>
      <dgm:spPr/>
    </dgm:pt>
    <dgm:pt modelId="{3B2AC9DA-904A-45B0-84EE-7CC6D4C1BBE1}" type="pres">
      <dgm:prSet presAssocID="{35D01132-6E93-441D-A412-3D4D298D5D6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090EC76-6321-4B76-91D1-C87A22EE85C9}" type="pres">
      <dgm:prSet presAssocID="{35D01132-6E93-441D-A412-3D4D298D5D64}" presName="spaceRect" presStyleCnt="0"/>
      <dgm:spPr/>
    </dgm:pt>
    <dgm:pt modelId="{EA0E514D-4365-4114-8ED7-AD75EAD22EE0}" type="pres">
      <dgm:prSet presAssocID="{35D01132-6E93-441D-A412-3D4D298D5D64}" presName="textRect" presStyleLbl="revTx" presStyleIdx="2" presStyleCnt="5">
        <dgm:presLayoutVars>
          <dgm:chMax val="1"/>
          <dgm:chPref val="1"/>
        </dgm:presLayoutVars>
      </dgm:prSet>
      <dgm:spPr/>
    </dgm:pt>
    <dgm:pt modelId="{4C7BAECF-4CE7-4118-8F9E-7709F2C83F29}" type="pres">
      <dgm:prSet presAssocID="{50C2A0D8-CBFD-420D-881D-4AA1F953F992}" presName="sibTrans" presStyleLbl="sibTrans2D1" presStyleIdx="0" presStyleCnt="0"/>
      <dgm:spPr/>
    </dgm:pt>
    <dgm:pt modelId="{B88C24E6-5A9E-47A5-8252-55CA1BEBDE33}" type="pres">
      <dgm:prSet presAssocID="{17C195FD-9780-497F-9847-8E16A2B52BBE}" presName="compNode" presStyleCnt="0"/>
      <dgm:spPr/>
    </dgm:pt>
    <dgm:pt modelId="{27F3A3FE-6B49-48C5-A669-A140972C61C8}" type="pres">
      <dgm:prSet presAssocID="{17C195FD-9780-497F-9847-8E16A2B52BBE}" presName="iconBgRect" presStyleLbl="bgShp" presStyleIdx="3" presStyleCnt="5"/>
      <dgm:spPr/>
    </dgm:pt>
    <dgm:pt modelId="{86361F80-C627-462A-A044-76FAE5C13780}" type="pres">
      <dgm:prSet presAssocID="{17C195FD-9780-497F-9847-8E16A2B52B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19ACEA90-B75D-479A-A470-9C13EBD11398}" type="pres">
      <dgm:prSet presAssocID="{17C195FD-9780-497F-9847-8E16A2B52BBE}" presName="spaceRect" presStyleCnt="0"/>
      <dgm:spPr/>
    </dgm:pt>
    <dgm:pt modelId="{4A59CCF6-AF8A-46D7-B22B-465FF977E271}" type="pres">
      <dgm:prSet presAssocID="{17C195FD-9780-497F-9847-8E16A2B52BBE}" presName="textRect" presStyleLbl="revTx" presStyleIdx="3" presStyleCnt="5">
        <dgm:presLayoutVars>
          <dgm:chMax val="1"/>
          <dgm:chPref val="1"/>
        </dgm:presLayoutVars>
      </dgm:prSet>
      <dgm:spPr/>
    </dgm:pt>
    <dgm:pt modelId="{EEE7C6B3-DBA3-49D7-849E-C9427767EC45}" type="pres">
      <dgm:prSet presAssocID="{6137A738-8DD9-4B79-BE26-7D4CB09C2CD0}" presName="sibTrans" presStyleLbl="sibTrans2D1" presStyleIdx="0" presStyleCnt="0"/>
      <dgm:spPr/>
    </dgm:pt>
    <dgm:pt modelId="{A5EB0519-7A73-4643-9275-0C6754C59D47}" type="pres">
      <dgm:prSet presAssocID="{EF68DA6F-43D3-4E15-9AFB-5410F7FE56D5}" presName="compNode" presStyleCnt="0"/>
      <dgm:spPr/>
    </dgm:pt>
    <dgm:pt modelId="{EB1A5989-4555-4D77-BC9C-E4CF1387F6D8}" type="pres">
      <dgm:prSet presAssocID="{EF68DA6F-43D3-4E15-9AFB-5410F7FE56D5}" presName="iconBgRect" presStyleLbl="bgShp" presStyleIdx="4" presStyleCnt="5"/>
      <dgm:spPr/>
    </dgm:pt>
    <dgm:pt modelId="{25A4E284-7F56-430F-9F74-3DB368246304}" type="pres">
      <dgm:prSet presAssocID="{EF68DA6F-43D3-4E15-9AFB-5410F7FE56D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49D6B005-2115-4CF1-BF5A-C60B7174138B}" type="pres">
      <dgm:prSet presAssocID="{EF68DA6F-43D3-4E15-9AFB-5410F7FE56D5}" presName="spaceRect" presStyleCnt="0"/>
      <dgm:spPr/>
    </dgm:pt>
    <dgm:pt modelId="{4847DA51-5F0C-40A9-955A-7BEC9CBC5EFA}" type="pres">
      <dgm:prSet presAssocID="{EF68DA6F-43D3-4E15-9AFB-5410F7FE56D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13DEA00-4B6F-4499-8BB6-DA7A2A5137D9}" type="presOf" srcId="{17C195FD-9780-497F-9847-8E16A2B52BBE}" destId="{4A59CCF6-AF8A-46D7-B22B-465FF977E271}" srcOrd="0" destOrd="0" presId="urn:microsoft.com/office/officeart/2018/2/layout/IconCircleList"/>
    <dgm:cxn modelId="{81398B1A-F12D-4116-99DC-2D22DE24FF85}" srcId="{55102F34-F54E-4EE6-A657-168B3F8AF943}" destId="{6A01E17D-1F7B-40AC-86C3-8D3124484AF1}" srcOrd="1" destOrd="0" parTransId="{AE300568-C46D-40BB-9AF8-246EC398330C}" sibTransId="{887FFDDD-7325-4321-AFD5-B3110CA6F9F2}"/>
    <dgm:cxn modelId="{3D564C30-E1FB-40FE-8FF8-92B8B18A6244}" type="presOf" srcId="{6A01E17D-1F7B-40AC-86C3-8D3124484AF1}" destId="{E3892988-175C-49E6-8C05-BA7F2838BA4D}" srcOrd="0" destOrd="0" presId="urn:microsoft.com/office/officeart/2018/2/layout/IconCircleList"/>
    <dgm:cxn modelId="{8A55AB60-C08A-4D37-9530-79EB8B10559A}" type="presOf" srcId="{887FFDDD-7325-4321-AFD5-B3110CA6F9F2}" destId="{4605802A-8ED0-4DDC-94A1-769DFB220315}" srcOrd="0" destOrd="0" presId="urn:microsoft.com/office/officeart/2018/2/layout/IconCircleList"/>
    <dgm:cxn modelId="{A6123842-EA0E-4DDA-AEBE-6F8931722AF5}" type="presOf" srcId="{50C2A0D8-CBFD-420D-881D-4AA1F953F992}" destId="{4C7BAECF-4CE7-4118-8F9E-7709F2C83F29}" srcOrd="0" destOrd="0" presId="urn:microsoft.com/office/officeart/2018/2/layout/IconCircleList"/>
    <dgm:cxn modelId="{0E235065-3CAD-4827-8DB0-9C3FA0CE10C5}" type="presOf" srcId="{35D01132-6E93-441D-A412-3D4D298D5D64}" destId="{EA0E514D-4365-4114-8ED7-AD75EAD22EE0}" srcOrd="0" destOrd="0" presId="urn:microsoft.com/office/officeart/2018/2/layout/IconCircleList"/>
    <dgm:cxn modelId="{55534769-857C-4998-9912-AC3AEE771F53}" srcId="{55102F34-F54E-4EE6-A657-168B3F8AF943}" destId="{17C195FD-9780-497F-9847-8E16A2B52BBE}" srcOrd="3" destOrd="0" parTransId="{22E13776-00BA-489D-9138-0D2D9AF8A95C}" sibTransId="{6137A738-8DD9-4B79-BE26-7D4CB09C2CD0}"/>
    <dgm:cxn modelId="{BB855B6B-9BD9-40A6-9F75-91190E95938F}" type="presOf" srcId="{11584F8B-68A1-4578-865E-70D6B784BF8A}" destId="{1B0FDB63-41AD-405F-8CC5-88076140D5A7}" srcOrd="0" destOrd="0" presId="urn:microsoft.com/office/officeart/2018/2/layout/IconCircleList"/>
    <dgm:cxn modelId="{E93ED44C-A222-4566-99B1-AFD5F03F1714}" type="presOf" srcId="{EF68DA6F-43D3-4E15-9AFB-5410F7FE56D5}" destId="{4847DA51-5F0C-40A9-955A-7BEC9CBC5EFA}" srcOrd="0" destOrd="0" presId="urn:microsoft.com/office/officeart/2018/2/layout/IconCircleList"/>
    <dgm:cxn modelId="{91734D7B-53F2-4ED7-8FF9-55555155F9A6}" srcId="{55102F34-F54E-4EE6-A657-168B3F8AF943}" destId="{35D01132-6E93-441D-A412-3D4D298D5D64}" srcOrd="2" destOrd="0" parTransId="{CD8FF910-D4CE-457F-A10E-26A930D8BFEB}" sibTransId="{50C2A0D8-CBFD-420D-881D-4AA1F953F992}"/>
    <dgm:cxn modelId="{7BCE637E-829B-4017-AF30-5DDABD8265AC}" srcId="{55102F34-F54E-4EE6-A657-168B3F8AF943}" destId="{6D1969CB-8C2A-4240-A794-DB04B4CB3702}" srcOrd="0" destOrd="0" parTransId="{6FA9897F-6C37-4AE1-B0AD-12F275D64D9F}" sibTransId="{11584F8B-68A1-4578-865E-70D6B784BF8A}"/>
    <dgm:cxn modelId="{63B5FF7F-3FFC-46EC-8740-25F2D681A648}" srcId="{55102F34-F54E-4EE6-A657-168B3F8AF943}" destId="{EF68DA6F-43D3-4E15-9AFB-5410F7FE56D5}" srcOrd="4" destOrd="0" parTransId="{11D56593-0983-40F6-AB4B-8FCCC21F686B}" sibTransId="{CC049239-C9D9-49B6-B113-3E3BEBED7BFC}"/>
    <dgm:cxn modelId="{A66F58A9-37F5-4D58-8DA6-F9C40970647F}" type="presOf" srcId="{6D1969CB-8C2A-4240-A794-DB04B4CB3702}" destId="{0447E9BF-A575-4FFE-9A54-8485C003D747}" srcOrd="0" destOrd="0" presId="urn:microsoft.com/office/officeart/2018/2/layout/IconCircleList"/>
    <dgm:cxn modelId="{03F4AAB5-0C77-42C8-B27E-32DDA3F54C3A}" type="presOf" srcId="{6137A738-8DD9-4B79-BE26-7D4CB09C2CD0}" destId="{EEE7C6B3-DBA3-49D7-849E-C9427767EC45}" srcOrd="0" destOrd="0" presId="urn:microsoft.com/office/officeart/2018/2/layout/IconCircleList"/>
    <dgm:cxn modelId="{E16E11EC-1235-4768-AECF-01F387ACA104}" type="presOf" srcId="{55102F34-F54E-4EE6-A657-168B3F8AF943}" destId="{D879025B-7660-4DBE-A8D8-36DC478C866D}" srcOrd="0" destOrd="0" presId="urn:microsoft.com/office/officeart/2018/2/layout/IconCircleList"/>
    <dgm:cxn modelId="{9E6BDA0E-9C8C-431A-9FC0-DCB15482128F}" type="presParOf" srcId="{D879025B-7660-4DBE-A8D8-36DC478C866D}" destId="{B5F4DEB1-C9FC-4DF2-AB5E-53FB253A903B}" srcOrd="0" destOrd="0" presId="urn:microsoft.com/office/officeart/2018/2/layout/IconCircleList"/>
    <dgm:cxn modelId="{41895262-8AD7-4F9A-96DD-6987A1E0ABC0}" type="presParOf" srcId="{B5F4DEB1-C9FC-4DF2-AB5E-53FB253A903B}" destId="{600B063E-A7B4-4AD1-B9B6-876631269AD8}" srcOrd="0" destOrd="0" presId="urn:microsoft.com/office/officeart/2018/2/layout/IconCircleList"/>
    <dgm:cxn modelId="{40234D36-2F2D-48D6-A29E-B0CA0AE3EC6C}" type="presParOf" srcId="{600B063E-A7B4-4AD1-B9B6-876631269AD8}" destId="{6869C164-8F76-4BCF-8BA1-4F378770539C}" srcOrd="0" destOrd="0" presId="urn:microsoft.com/office/officeart/2018/2/layout/IconCircleList"/>
    <dgm:cxn modelId="{6962D230-B730-41DA-B994-C62DF0709EBE}" type="presParOf" srcId="{600B063E-A7B4-4AD1-B9B6-876631269AD8}" destId="{F44FB1C9-DFC7-46B8-AC20-D332555FF1F4}" srcOrd="1" destOrd="0" presId="urn:microsoft.com/office/officeart/2018/2/layout/IconCircleList"/>
    <dgm:cxn modelId="{DEE12583-86AF-49DB-BCD7-836A0E7D554F}" type="presParOf" srcId="{600B063E-A7B4-4AD1-B9B6-876631269AD8}" destId="{3DC568C0-E9B5-45D1-B0AE-CC98D7572F4B}" srcOrd="2" destOrd="0" presId="urn:microsoft.com/office/officeart/2018/2/layout/IconCircleList"/>
    <dgm:cxn modelId="{D258C9CD-BE4C-48A0-9DD7-BED88289A0DE}" type="presParOf" srcId="{600B063E-A7B4-4AD1-B9B6-876631269AD8}" destId="{0447E9BF-A575-4FFE-9A54-8485C003D747}" srcOrd="3" destOrd="0" presId="urn:microsoft.com/office/officeart/2018/2/layout/IconCircleList"/>
    <dgm:cxn modelId="{E97EF1F9-9B8B-4AD4-8F26-A4C9A7CEA870}" type="presParOf" srcId="{B5F4DEB1-C9FC-4DF2-AB5E-53FB253A903B}" destId="{1B0FDB63-41AD-405F-8CC5-88076140D5A7}" srcOrd="1" destOrd="0" presId="urn:microsoft.com/office/officeart/2018/2/layout/IconCircleList"/>
    <dgm:cxn modelId="{D7A29E51-1065-4C9D-B682-D3BF80976C80}" type="presParOf" srcId="{B5F4DEB1-C9FC-4DF2-AB5E-53FB253A903B}" destId="{A40A612E-C0FC-4F36-8BA4-4303B5477971}" srcOrd="2" destOrd="0" presId="urn:microsoft.com/office/officeart/2018/2/layout/IconCircleList"/>
    <dgm:cxn modelId="{DF5868C6-F565-4B8A-B039-0D074FBAC1CF}" type="presParOf" srcId="{A40A612E-C0FC-4F36-8BA4-4303B5477971}" destId="{18AE3FA9-5C2C-461A-914D-F592554374C6}" srcOrd="0" destOrd="0" presId="urn:microsoft.com/office/officeart/2018/2/layout/IconCircleList"/>
    <dgm:cxn modelId="{555FB2D1-6240-4E6F-8E22-D57F35ADBFFA}" type="presParOf" srcId="{A40A612E-C0FC-4F36-8BA4-4303B5477971}" destId="{3E29E94A-A5E7-4834-8299-FCE5140133FD}" srcOrd="1" destOrd="0" presId="urn:microsoft.com/office/officeart/2018/2/layout/IconCircleList"/>
    <dgm:cxn modelId="{18ECBD4B-6568-4FD8-A5A0-2518E665CF97}" type="presParOf" srcId="{A40A612E-C0FC-4F36-8BA4-4303B5477971}" destId="{0B59EE57-E205-4836-92BE-0E8A750E7DFA}" srcOrd="2" destOrd="0" presId="urn:microsoft.com/office/officeart/2018/2/layout/IconCircleList"/>
    <dgm:cxn modelId="{5223961A-2B9C-4309-A2DF-6B484CC879EA}" type="presParOf" srcId="{A40A612E-C0FC-4F36-8BA4-4303B5477971}" destId="{E3892988-175C-49E6-8C05-BA7F2838BA4D}" srcOrd="3" destOrd="0" presId="urn:microsoft.com/office/officeart/2018/2/layout/IconCircleList"/>
    <dgm:cxn modelId="{0108EB12-A628-4FB8-B32B-F38C09718F70}" type="presParOf" srcId="{B5F4DEB1-C9FC-4DF2-AB5E-53FB253A903B}" destId="{4605802A-8ED0-4DDC-94A1-769DFB220315}" srcOrd="3" destOrd="0" presId="urn:microsoft.com/office/officeart/2018/2/layout/IconCircleList"/>
    <dgm:cxn modelId="{5B638C96-792C-4955-A7F2-2CBB785D00B7}" type="presParOf" srcId="{B5F4DEB1-C9FC-4DF2-AB5E-53FB253A903B}" destId="{07D07233-4D05-4488-820A-6AB3E09B3F00}" srcOrd="4" destOrd="0" presId="urn:microsoft.com/office/officeart/2018/2/layout/IconCircleList"/>
    <dgm:cxn modelId="{46903FD4-F76F-4321-9B44-8140D361E1D3}" type="presParOf" srcId="{07D07233-4D05-4488-820A-6AB3E09B3F00}" destId="{8DA144AD-328A-4670-AF5E-5A8B803EA4B6}" srcOrd="0" destOrd="0" presId="urn:microsoft.com/office/officeart/2018/2/layout/IconCircleList"/>
    <dgm:cxn modelId="{41D5F851-6D43-40E9-BA51-5AE13BE8A91C}" type="presParOf" srcId="{07D07233-4D05-4488-820A-6AB3E09B3F00}" destId="{3B2AC9DA-904A-45B0-84EE-7CC6D4C1BBE1}" srcOrd="1" destOrd="0" presId="urn:microsoft.com/office/officeart/2018/2/layout/IconCircleList"/>
    <dgm:cxn modelId="{F6EE3343-BE76-4EDC-9DEC-841700ABA9A3}" type="presParOf" srcId="{07D07233-4D05-4488-820A-6AB3E09B3F00}" destId="{6090EC76-6321-4B76-91D1-C87A22EE85C9}" srcOrd="2" destOrd="0" presId="urn:microsoft.com/office/officeart/2018/2/layout/IconCircleList"/>
    <dgm:cxn modelId="{BA465AD1-E704-422E-A98B-149DF8647794}" type="presParOf" srcId="{07D07233-4D05-4488-820A-6AB3E09B3F00}" destId="{EA0E514D-4365-4114-8ED7-AD75EAD22EE0}" srcOrd="3" destOrd="0" presId="urn:microsoft.com/office/officeart/2018/2/layout/IconCircleList"/>
    <dgm:cxn modelId="{AA244E07-73F8-4DB3-9C6A-B2DE819AA015}" type="presParOf" srcId="{B5F4DEB1-C9FC-4DF2-AB5E-53FB253A903B}" destId="{4C7BAECF-4CE7-4118-8F9E-7709F2C83F29}" srcOrd="5" destOrd="0" presId="urn:microsoft.com/office/officeart/2018/2/layout/IconCircleList"/>
    <dgm:cxn modelId="{8C79358F-D0B2-4608-B482-1C04711974A2}" type="presParOf" srcId="{B5F4DEB1-C9FC-4DF2-AB5E-53FB253A903B}" destId="{B88C24E6-5A9E-47A5-8252-55CA1BEBDE33}" srcOrd="6" destOrd="0" presId="urn:microsoft.com/office/officeart/2018/2/layout/IconCircleList"/>
    <dgm:cxn modelId="{7CEC4FA7-CE25-4DCF-8D09-77FA69E7127C}" type="presParOf" srcId="{B88C24E6-5A9E-47A5-8252-55CA1BEBDE33}" destId="{27F3A3FE-6B49-48C5-A669-A140972C61C8}" srcOrd="0" destOrd="0" presId="urn:microsoft.com/office/officeart/2018/2/layout/IconCircleList"/>
    <dgm:cxn modelId="{02FC12B0-3A9B-49F6-8ADF-1A309DED6369}" type="presParOf" srcId="{B88C24E6-5A9E-47A5-8252-55CA1BEBDE33}" destId="{86361F80-C627-462A-A044-76FAE5C13780}" srcOrd="1" destOrd="0" presId="urn:microsoft.com/office/officeart/2018/2/layout/IconCircleList"/>
    <dgm:cxn modelId="{2D91FC67-E7EA-44B5-B26D-570EF83E1974}" type="presParOf" srcId="{B88C24E6-5A9E-47A5-8252-55CA1BEBDE33}" destId="{19ACEA90-B75D-479A-A470-9C13EBD11398}" srcOrd="2" destOrd="0" presId="urn:microsoft.com/office/officeart/2018/2/layout/IconCircleList"/>
    <dgm:cxn modelId="{1399068F-1FAA-49E7-9B06-059390CF77B6}" type="presParOf" srcId="{B88C24E6-5A9E-47A5-8252-55CA1BEBDE33}" destId="{4A59CCF6-AF8A-46D7-B22B-465FF977E271}" srcOrd="3" destOrd="0" presId="urn:microsoft.com/office/officeart/2018/2/layout/IconCircleList"/>
    <dgm:cxn modelId="{58715C8B-AD2B-4720-988F-ADA4E1F59E7E}" type="presParOf" srcId="{B5F4DEB1-C9FC-4DF2-AB5E-53FB253A903B}" destId="{EEE7C6B3-DBA3-49D7-849E-C9427767EC45}" srcOrd="7" destOrd="0" presId="urn:microsoft.com/office/officeart/2018/2/layout/IconCircleList"/>
    <dgm:cxn modelId="{4FACCB06-20C6-4FB7-B506-1A848B656785}" type="presParOf" srcId="{B5F4DEB1-C9FC-4DF2-AB5E-53FB253A903B}" destId="{A5EB0519-7A73-4643-9275-0C6754C59D47}" srcOrd="8" destOrd="0" presId="urn:microsoft.com/office/officeart/2018/2/layout/IconCircleList"/>
    <dgm:cxn modelId="{FBCA9E58-8955-4159-9C20-5FFA2B1ED8BD}" type="presParOf" srcId="{A5EB0519-7A73-4643-9275-0C6754C59D47}" destId="{EB1A5989-4555-4D77-BC9C-E4CF1387F6D8}" srcOrd="0" destOrd="0" presId="urn:microsoft.com/office/officeart/2018/2/layout/IconCircleList"/>
    <dgm:cxn modelId="{2D01E4E2-522C-462F-9B32-7D1B6CA122A8}" type="presParOf" srcId="{A5EB0519-7A73-4643-9275-0C6754C59D47}" destId="{25A4E284-7F56-430F-9F74-3DB368246304}" srcOrd="1" destOrd="0" presId="urn:microsoft.com/office/officeart/2018/2/layout/IconCircleList"/>
    <dgm:cxn modelId="{9C24CEF3-217E-4F43-941A-8A830D729082}" type="presParOf" srcId="{A5EB0519-7A73-4643-9275-0C6754C59D47}" destId="{49D6B005-2115-4CF1-BF5A-C60B7174138B}" srcOrd="2" destOrd="0" presId="urn:microsoft.com/office/officeart/2018/2/layout/IconCircleList"/>
    <dgm:cxn modelId="{E7BD6D7F-A437-4EC9-ABCC-A683582EF924}" type="presParOf" srcId="{A5EB0519-7A73-4643-9275-0C6754C59D47}" destId="{4847DA51-5F0C-40A9-955A-7BEC9CBC5E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2B0761-9E4B-4FF7-81D3-2E3BDB84C08C}" type="doc">
      <dgm:prSet loTypeId="urn:microsoft.com/office/officeart/2016/7/layout/RepeatingBendingProcessNew" loCatId="process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05FAD93-C8BA-401B-B765-13409DA3CEA8}">
      <dgm:prSet/>
      <dgm:spPr/>
      <dgm:t>
        <a:bodyPr/>
        <a:lstStyle/>
        <a:p>
          <a:pPr>
            <a:defRPr cap="all"/>
          </a:pPr>
          <a:r>
            <a:rPr lang="en-US"/>
            <a:t>Flow:</a:t>
          </a:r>
        </a:p>
      </dgm:t>
    </dgm:pt>
    <dgm:pt modelId="{0F590948-4BFD-4984-B61B-370F647CA81A}" type="parTrans" cxnId="{47D87273-B73E-434B-8D1A-261D495D14B1}">
      <dgm:prSet/>
      <dgm:spPr/>
      <dgm:t>
        <a:bodyPr/>
        <a:lstStyle/>
        <a:p>
          <a:endParaRPr lang="en-US"/>
        </a:p>
      </dgm:t>
    </dgm:pt>
    <dgm:pt modelId="{6B2B0CC1-57C0-4D80-9F5F-4975743D13D0}" type="sibTrans" cxnId="{47D87273-B73E-434B-8D1A-261D495D14B1}">
      <dgm:prSet/>
      <dgm:spPr/>
      <dgm:t>
        <a:bodyPr/>
        <a:lstStyle/>
        <a:p>
          <a:endParaRPr lang="en-US"/>
        </a:p>
      </dgm:t>
    </dgm:pt>
    <dgm:pt modelId="{185A3670-FBC9-4F1C-A000-A9E31FB1C786}">
      <dgm:prSet/>
      <dgm:spPr/>
      <dgm:t>
        <a:bodyPr/>
        <a:lstStyle/>
        <a:p>
          <a:pPr>
            <a:defRPr cap="all"/>
          </a:pPr>
          <a:r>
            <a:rPr lang="en-US"/>
            <a:t>Author → CMS (1 hr publish) → File System → AOESN Microservice reloads config</a:t>
          </a:r>
        </a:p>
      </dgm:t>
    </dgm:pt>
    <dgm:pt modelId="{7E07A7CB-CB5C-4C98-BC0B-1F40A56FEDB8}" type="parTrans" cxnId="{F62B96C2-E329-487E-A433-045718855949}">
      <dgm:prSet/>
      <dgm:spPr/>
      <dgm:t>
        <a:bodyPr/>
        <a:lstStyle/>
        <a:p>
          <a:endParaRPr lang="en-US"/>
        </a:p>
      </dgm:t>
    </dgm:pt>
    <dgm:pt modelId="{8EB19D0D-FE66-4EE2-8FAA-C5E2D05E307A}" type="sibTrans" cxnId="{F62B96C2-E329-487E-A433-045718855949}">
      <dgm:prSet/>
      <dgm:spPr/>
      <dgm:t>
        <a:bodyPr/>
        <a:lstStyle/>
        <a:p>
          <a:endParaRPr lang="en-US"/>
        </a:p>
      </dgm:t>
    </dgm:pt>
    <dgm:pt modelId="{C6A93BF4-7294-442C-AE46-C9F8555E7EB0}">
      <dgm:prSet/>
      <dgm:spPr/>
      <dgm:t>
        <a:bodyPr/>
        <a:lstStyle/>
        <a:p>
          <a:pPr>
            <a:defRPr cap="all"/>
          </a:pPr>
          <a:r>
            <a:rPr lang="en-US"/>
            <a:t>Issues:</a:t>
          </a:r>
        </a:p>
      </dgm:t>
    </dgm:pt>
    <dgm:pt modelId="{1F44A16B-1C1B-499A-91C4-46047EFCA317}" type="parTrans" cxnId="{A5C4A818-A115-46AF-8573-47F2DE98704F}">
      <dgm:prSet/>
      <dgm:spPr/>
      <dgm:t>
        <a:bodyPr/>
        <a:lstStyle/>
        <a:p>
          <a:endParaRPr lang="en-US"/>
        </a:p>
      </dgm:t>
    </dgm:pt>
    <dgm:pt modelId="{18F18854-362C-40D4-BE62-CE82AE5275E2}" type="sibTrans" cxnId="{A5C4A818-A115-46AF-8573-47F2DE98704F}">
      <dgm:prSet/>
      <dgm:spPr/>
      <dgm:t>
        <a:bodyPr/>
        <a:lstStyle/>
        <a:p>
          <a:endParaRPr lang="en-US"/>
        </a:p>
      </dgm:t>
    </dgm:pt>
    <dgm:pt modelId="{F07EF006-BCF1-43F8-B9C6-E22893AD13E9}">
      <dgm:prSet/>
      <dgm:spPr/>
      <dgm:t>
        <a:bodyPr/>
        <a:lstStyle/>
        <a:p>
          <a:pPr>
            <a:defRPr cap="all"/>
          </a:pPr>
          <a:r>
            <a:rPr lang="en-US"/>
            <a:t>- High latency (1 hr delay)</a:t>
          </a:r>
        </a:p>
      </dgm:t>
    </dgm:pt>
    <dgm:pt modelId="{6002C0AC-ACFF-4A7F-A90A-E76EF5F677F3}" type="parTrans" cxnId="{0188D67C-33AA-4661-A2B4-59587AF4D218}">
      <dgm:prSet/>
      <dgm:spPr/>
      <dgm:t>
        <a:bodyPr/>
        <a:lstStyle/>
        <a:p>
          <a:endParaRPr lang="en-US"/>
        </a:p>
      </dgm:t>
    </dgm:pt>
    <dgm:pt modelId="{F70ADECC-73EF-4E86-AEA7-19CEF7F8192D}" type="sibTrans" cxnId="{0188D67C-33AA-4661-A2B4-59587AF4D218}">
      <dgm:prSet/>
      <dgm:spPr/>
      <dgm:t>
        <a:bodyPr/>
        <a:lstStyle/>
        <a:p>
          <a:endParaRPr lang="en-US"/>
        </a:p>
      </dgm:t>
    </dgm:pt>
    <dgm:pt modelId="{CE6F2E76-6F4D-46A9-8520-C464F814EAC4}">
      <dgm:prSet/>
      <dgm:spPr/>
      <dgm:t>
        <a:bodyPr/>
        <a:lstStyle/>
        <a:p>
          <a:pPr>
            <a:defRPr cap="all"/>
          </a:pPr>
          <a:r>
            <a:rPr lang="en-US"/>
            <a:t>- File locking during checkout</a:t>
          </a:r>
        </a:p>
      </dgm:t>
    </dgm:pt>
    <dgm:pt modelId="{5BA1AFC9-28EE-40D1-BD83-C5A9494F292B}" type="parTrans" cxnId="{D8F83FFF-6DCD-4609-9199-4093EFEB5C81}">
      <dgm:prSet/>
      <dgm:spPr/>
      <dgm:t>
        <a:bodyPr/>
        <a:lstStyle/>
        <a:p>
          <a:endParaRPr lang="en-US"/>
        </a:p>
      </dgm:t>
    </dgm:pt>
    <dgm:pt modelId="{39EC02FF-D3AD-457D-A569-679509134301}" type="sibTrans" cxnId="{D8F83FFF-6DCD-4609-9199-4093EFEB5C81}">
      <dgm:prSet/>
      <dgm:spPr/>
      <dgm:t>
        <a:bodyPr/>
        <a:lstStyle/>
        <a:p>
          <a:endParaRPr lang="en-US"/>
        </a:p>
      </dgm:t>
    </dgm:pt>
    <dgm:pt modelId="{E36CDD8E-3746-4ADC-AF87-A7F6E2C7A9FD}">
      <dgm:prSet/>
      <dgm:spPr/>
      <dgm:t>
        <a:bodyPr/>
        <a:lstStyle/>
        <a:p>
          <a:pPr>
            <a:defRPr cap="all"/>
          </a:pPr>
          <a:r>
            <a:rPr lang="en-US"/>
            <a:t>- Manual intervention</a:t>
          </a:r>
        </a:p>
      </dgm:t>
    </dgm:pt>
    <dgm:pt modelId="{8FCBCD0B-EF5C-4F33-8DA6-974595AE841B}" type="parTrans" cxnId="{23D35EB9-3657-479A-BD9A-F814B9808AE9}">
      <dgm:prSet/>
      <dgm:spPr/>
      <dgm:t>
        <a:bodyPr/>
        <a:lstStyle/>
        <a:p>
          <a:endParaRPr lang="en-US"/>
        </a:p>
      </dgm:t>
    </dgm:pt>
    <dgm:pt modelId="{2A181381-A10D-4C7F-A596-4E9B9C7A1EB0}" type="sibTrans" cxnId="{23D35EB9-3657-479A-BD9A-F814B9808AE9}">
      <dgm:prSet/>
      <dgm:spPr/>
      <dgm:t>
        <a:bodyPr/>
        <a:lstStyle/>
        <a:p>
          <a:endParaRPr lang="en-US"/>
        </a:p>
      </dgm:t>
    </dgm:pt>
    <dgm:pt modelId="{DC2D9FE8-71F7-4608-AC1A-D41470A686D5}">
      <dgm:prSet/>
      <dgm:spPr/>
      <dgm:t>
        <a:bodyPr/>
        <a:lstStyle/>
        <a:p>
          <a:pPr>
            <a:defRPr cap="all"/>
          </a:pPr>
          <a:r>
            <a:rPr lang="en-US"/>
            <a:t>- No version history or rollback</a:t>
          </a:r>
        </a:p>
      </dgm:t>
    </dgm:pt>
    <dgm:pt modelId="{650B7398-10EC-4C53-A507-66C405AD2516}" type="parTrans" cxnId="{B7B3B9EB-DB8C-4A78-A3A6-DFACC6FB7301}">
      <dgm:prSet/>
      <dgm:spPr/>
      <dgm:t>
        <a:bodyPr/>
        <a:lstStyle/>
        <a:p>
          <a:endParaRPr lang="en-US"/>
        </a:p>
      </dgm:t>
    </dgm:pt>
    <dgm:pt modelId="{2A7602E0-DDC3-471F-9ECA-C4C6A9C108FF}" type="sibTrans" cxnId="{B7B3B9EB-DB8C-4A78-A3A6-DFACC6FB7301}">
      <dgm:prSet/>
      <dgm:spPr/>
      <dgm:t>
        <a:bodyPr/>
        <a:lstStyle/>
        <a:p>
          <a:endParaRPr lang="en-US"/>
        </a:p>
      </dgm:t>
    </dgm:pt>
    <dgm:pt modelId="{63EAD268-D605-4455-8B84-EB4F598D5101}" type="pres">
      <dgm:prSet presAssocID="{FC2B0761-9E4B-4FF7-81D3-2E3BDB84C08C}" presName="Name0" presStyleCnt="0">
        <dgm:presLayoutVars>
          <dgm:dir/>
          <dgm:resizeHandles val="exact"/>
        </dgm:presLayoutVars>
      </dgm:prSet>
      <dgm:spPr/>
    </dgm:pt>
    <dgm:pt modelId="{D6022390-3831-40F2-93D8-8BA2086D4758}" type="pres">
      <dgm:prSet presAssocID="{B05FAD93-C8BA-401B-B765-13409DA3CEA8}" presName="node" presStyleLbl="node1" presStyleIdx="0" presStyleCnt="7">
        <dgm:presLayoutVars>
          <dgm:bulletEnabled val="1"/>
        </dgm:presLayoutVars>
      </dgm:prSet>
      <dgm:spPr/>
    </dgm:pt>
    <dgm:pt modelId="{4F86AD72-EDD3-4772-9242-2A39A52D36FD}" type="pres">
      <dgm:prSet presAssocID="{6B2B0CC1-57C0-4D80-9F5F-4975743D13D0}" presName="sibTrans" presStyleLbl="sibTrans1D1" presStyleIdx="0" presStyleCnt="6"/>
      <dgm:spPr/>
    </dgm:pt>
    <dgm:pt modelId="{A5649E96-DF94-417E-AE17-F48BAFDB0BAC}" type="pres">
      <dgm:prSet presAssocID="{6B2B0CC1-57C0-4D80-9F5F-4975743D13D0}" presName="connectorText" presStyleLbl="sibTrans1D1" presStyleIdx="0" presStyleCnt="6"/>
      <dgm:spPr/>
    </dgm:pt>
    <dgm:pt modelId="{02AE25DD-46FB-4C48-8C94-233FA88C0FBF}" type="pres">
      <dgm:prSet presAssocID="{185A3670-FBC9-4F1C-A000-A9E31FB1C786}" presName="node" presStyleLbl="node1" presStyleIdx="1" presStyleCnt="7">
        <dgm:presLayoutVars>
          <dgm:bulletEnabled val="1"/>
        </dgm:presLayoutVars>
      </dgm:prSet>
      <dgm:spPr/>
    </dgm:pt>
    <dgm:pt modelId="{9605D03F-72A2-4125-A9C2-DEB1F3D0063D}" type="pres">
      <dgm:prSet presAssocID="{8EB19D0D-FE66-4EE2-8FAA-C5E2D05E307A}" presName="sibTrans" presStyleLbl="sibTrans1D1" presStyleIdx="1" presStyleCnt="6"/>
      <dgm:spPr/>
    </dgm:pt>
    <dgm:pt modelId="{C630DAD5-DBB1-4611-8E79-FED6D8F5C14B}" type="pres">
      <dgm:prSet presAssocID="{8EB19D0D-FE66-4EE2-8FAA-C5E2D05E307A}" presName="connectorText" presStyleLbl="sibTrans1D1" presStyleIdx="1" presStyleCnt="6"/>
      <dgm:spPr/>
    </dgm:pt>
    <dgm:pt modelId="{88D5463C-2FD3-4908-98A7-013282A21B6C}" type="pres">
      <dgm:prSet presAssocID="{C6A93BF4-7294-442C-AE46-C9F8555E7EB0}" presName="node" presStyleLbl="node1" presStyleIdx="2" presStyleCnt="7">
        <dgm:presLayoutVars>
          <dgm:bulletEnabled val="1"/>
        </dgm:presLayoutVars>
      </dgm:prSet>
      <dgm:spPr/>
    </dgm:pt>
    <dgm:pt modelId="{CD6A2B31-828F-4670-B989-64255BA6BF0F}" type="pres">
      <dgm:prSet presAssocID="{18F18854-362C-40D4-BE62-CE82AE5275E2}" presName="sibTrans" presStyleLbl="sibTrans1D1" presStyleIdx="2" presStyleCnt="6"/>
      <dgm:spPr/>
    </dgm:pt>
    <dgm:pt modelId="{DEB958C1-D24F-4173-BBE3-ABE1579785C1}" type="pres">
      <dgm:prSet presAssocID="{18F18854-362C-40D4-BE62-CE82AE5275E2}" presName="connectorText" presStyleLbl="sibTrans1D1" presStyleIdx="2" presStyleCnt="6"/>
      <dgm:spPr/>
    </dgm:pt>
    <dgm:pt modelId="{947AE035-422B-42CC-A48F-D97697D475F0}" type="pres">
      <dgm:prSet presAssocID="{F07EF006-BCF1-43F8-B9C6-E22893AD13E9}" presName="node" presStyleLbl="node1" presStyleIdx="3" presStyleCnt="7">
        <dgm:presLayoutVars>
          <dgm:bulletEnabled val="1"/>
        </dgm:presLayoutVars>
      </dgm:prSet>
      <dgm:spPr/>
    </dgm:pt>
    <dgm:pt modelId="{511836CF-8031-4E5D-B4A7-0758B0D3163B}" type="pres">
      <dgm:prSet presAssocID="{F70ADECC-73EF-4E86-AEA7-19CEF7F8192D}" presName="sibTrans" presStyleLbl="sibTrans1D1" presStyleIdx="3" presStyleCnt="6"/>
      <dgm:spPr/>
    </dgm:pt>
    <dgm:pt modelId="{B2D40CC6-A329-4D74-B648-2272154F6006}" type="pres">
      <dgm:prSet presAssocID="{F70ADECC-73EF-4E86-AEA7-19CEF7F8192D}" presName="connectorText" presStyleLbl="sibTrans1D1" presStyleIdx="3" presStyleCnt="6"/>
      <dgm:spPr/>
    </dgm:pt>
    <dgm:pt modelId="{CA8B52FC-6C93-41FE-BF46-CCAF858C0A2E}" type="pres">
      <dgm:prSet presAssocID="{CE6F2E76-6F4D-46A9-8520-C464F814EAC4}" presName="node" presStyleLbl="node1" presStyleIdx="4" presStyleCnt="7">
        <dgm:presLayoutVars>
          <dgm:bulletEnabled val="1"/>
        </dgm:presLayoutVars>
      </dgm:prSet>
      <dgm:spPr/>
    </dgm:pt>
    <dgm:pt modelId="{7F9D6C68-01CF-4ECF-882B-FE5D3D69E749}" type="pres">
      <dgm:prSet presAssocID="{39EC02FF-D3AD-457D-A569-679509134301}" presName="sibTrans" presStyleLbl="sibTrans1D1" presStyleIdx="4" presStyleCnt="6"/>
      <dgm:spPr/>
    </dgm:pt>
    <dgm:pt modelId="{4591E0F8-FFB9-4DB9-9483-C7661F735B94}" type="pres">
      <dgm:prSet presAssocID="{39EC02FF-D3AD-457D-A569-679509134301}" presName="connectorText" presStyleLbl="sibTrans1D1" presStyleIdx="4" presStyleCnt="6"/>
      <dgm:spPr/>
    </dgm:pt>
    <dgm:pt modelId="{D1B8EACC-BFEB-40B6-98E3-33ED95F1FB91}" type="pres">
      <dgm:prSet presAssocID="{E36CDD8E-3746-4ADC-AF87-A7F6E2C7A9FD}" presName="node" presStyleLbl="node1" presStyleIdx="5" presStyleCnt="7">
        <dgm:presLayoutVars>
          <dgm:bulletEnabled val="1"/>
        </dgm:presLayoutVars>
      </dgm:prSet>
      <dgm:spPr/>
    </dgm:pt>
    <dgm:pt modelId="{F89DEA88-8582-4340-930D-DAD308B0C18C}" type="pres">
      <dgm:prSet presAssocID="{2A181381-A10D-4C7F-A596-4E9B9C7A1EB0}" presName="sibTrans" presStyleLbl="sibTrans1D1" presStyleIdx="5" presStyleCnt="6"/>
      <dgm:spPr/>
    </dgm:pt>
    <dgm:pt modelId="{62970299-92F0-47EC-8B9C-69455F11A979}" type="pres">
      <dgm:prSet presAssocID="{2A181381-A10D-4C7F-A596-4E9B9C7A1EB0}" presName="connectorText" presStyleLbl="sibTrans1D1" presStyleIdx="5" presStyleCnt="6"/>
      <dgm:spPr/>
    </dgm:pt>
    <dgm:pt modelId="{4F8126DC-3EE7-45D6-9265-E34E493738C2}" type="pres">
      <dgm:prSet presAssocID="{DC2D9FE8-71F7-4608-AC1A-D41470A686D5}" presName="node" presStyleLbl="node1" presStyleIdx="6" presStyleCnt="7">
        <dgm:presLayoutVars>
          <dgm:bulletEnabled val="1"/>
        </dgm:presLayoutVars>
      </dgm:prSet>
      <dgm:spPr/>
    </dgm:pt>
  </dgm:ptLst>
  <dgm:cxnLst>
    <dgm:cxn modelId="{5515CF09-1782-4D03-B72C-6B6EDBC33E70}" type="presOf" srcId="{B05FAD93-C8BA-401B-B765-13409DA3CEA8}" destId="{D6022390-3831-40F2-93D8-8BA2086D4758}" srcOrd="0" destOrd="0" presId="urn:microsoft.com/office/officeart/2016/7/layout/RepeatingBendingProcessNew"/>
    <dgm:cxn modelId="{1FAD810E-06D2-415E-BF4E-2972F4126923}" type="presOf" srcId="{C6A93BF4-7294-442C-AE46-C9F8555E7EB0}" destId="{88D5463C-2FD3-4908-98A7-013282A21B6C}" srcOrd="0" destOrd="0" presId="urn:microsoft.com/office/officeart/2016/7/layout/RepeatingBendingProcessNew"/>
    <dgm:cxn modelId="{4553AB0E-097C-42E3-B303-CC576B7B2934}" type="presOf" srcId="{18F18854-362C-40D4-BE62-CE82AE5275E2}" destId="{CD6A2B31-828F-4670-B989-64255BA6BF0F}" srcOrd="0" destOrd="0" presId="urn:microsoft.com/office/officeart/2016/7/layout/RepeatingBendingProcessNew"/>
    <dgm:cxn modelId="{A5C4A818-A115-46AF-8573-47F2DE98704F}" srcId="{FC2B0761-9E4B-4FF7-81D3-2E3BDB84C08C}" destId="{C6A93BF4-7294-442C-AE46-C9F8555E7EB0}" srcOrd="2" destOrd="0" parTransId="{1F44A16B-1C1B-499A-91C4-46047EFCA317}" sibTransId="{18F18854-362C-40D4-BE62-CE82AE5275E2}"/>
    <dgm:cxn modelId="{4CA1331A-83D9-4F5B-980F-EF82E940521B}" type="presOf" srcId="{DC2D9FE8-71F7-4608-AC1A-D41470A686D5}" destId="{4F8126DC-3EE7-45D6-9265-E34E493738C2}" srcOrd="0" destOrd="0" presId="urn:microsoft.com/office/officeart/2016/7/layout/RepeatingBendingProcessNew"/>
    <dgm:cxn modelId="{324EEB20-1599-4453-9B27-FDB297E64A91}" type="presOf" srcId="{18F18854-362C-40D4-BE62-CE82AE5275E2}" destId="{DEB958C1-D24F-4173-BBE3-ABE1579785C1}" srcOrd="1" destOrd="0" presId="urn:microsoft.com/office/officeart/2016/7/layout/RepeatingBendingProcessNew"/>
    <dgm:cxn modelId="{5F1E0540-F8A0-4DF9-B9EB-9C837584C99C}" type="presOf" srcId="{2A181381-A10D-4C7F-A596-4E9B9C7A1EB0}" destId="{62970299-92F0-47EC-8B9C-69455F11A979}" srcOrd="1" destOrd="0" presId="urn:microsoft.com/office/officeart/2016/7/layout/RepeatingBendingProcessNew"/>
    <dgm:cxn modelId="{E73A2445-53BD-4A01-B6FB-F88F4812432A}" type="presOf" srcId="{2A181381-A10D-4C7F-A596-4E9B9C7A1EB0}" destId="{F89DEA88-8582-4340-930D-DAD308B0C18C}" srcOrd="0" destOrd="0" presId="urn:microsoft.com/office/officeart/2016/7/layout/RepeatingBendingProcessNew"/>
    <dgm:cxn modelId="{1FB00D71-695D-408D-ACF9-35F0A38479C9}" type="presOf" srcId="{6B2B0CC1-57C0-4D80-9F5F-4975743D13D0}" destId="{A5649E96-DF94-417E-AE17-F48BAFDB0BAC}" srcOrd="1" destOrd="0" presId="urn:microsoft.com/office/officeart/2016/7/layout/RepeatingBendingProcessNew"/>
    <dgm:cxn modelId="{47D87273-B73E-434B-8D1A-261D495D14B1}" srcId="{FC2B0761-9E4B-4FF7-81D3-2E3BDB84C08C}" destId="{B05FAD93-C8BA-401B-B765-13409DA3CEA8}" srcOrd="0" destOrd="0" parTransId="{0F590948-4BFD-4984-B61B-370F647CA81A}" sibTransId="{6B2B0CC1-57C0-4D80-9F5F-4975743D13D0}"/>
    <dgm:cxn modelId="{0188D67C-33AA-4661-A2B4-59587AF4D218}" srcId="{FC2B0761-9E4B-4FF7-81D3-2E3BDB84C08C}" destId="{F07EF006-BCF1-43F8-B9C6-E22893AD13E9}" srcOrd="3" destOrd="0" parTransId="{6002C0AC-ACFF-4A7F-A90A-E76EF5F677F3}" sibTransId="{F70ADECC-73EF-4E86-AEA7-19CEF7F8192D}"/>
    <dgm:cxn modelId="{BB949E89-3388-4E16-A9F1-0EFC8EEF7C4F}" type="presOf" srcId="{39EC02FF-D3AD-457D-A569-679509134301}" destId="{4591E0F8-FFB9-4DB9-9483-C7661F735B94}" srcOrd="1" destOrd="0" presId="urn:microsoft.com/office/officeart/2016/7/layout/RepeatingBendingProcessNew"/>
    <dgm:cxn modelId="{1E8A9697-0BA2-4CA2-841F-95F964961E8C}" type="presOf" srcId="{CE6F2E76-6F4D-46A9-8520-C464F814EAC4}" destId="{CA8B52FC-6C93-41FE-BF46-CCAF858C0A2E}" srcOrd="0" destOrd="0" presId="urn:microsoft.com/office/officeart/2016/7/layout/RepeatingBendingProcessNew"/>
    <dgm:cxn modelId="{B7FC8998-3BE1-4C5C-907D-F8CC08E444D8}" type="presOf" srcId="{8EB19D0D-FE66-4EE2-8FAA-C5E2D05E307A}" destId="{C630DAD5-DBB1-4611-8E79-FED6D8F5C14B}" srcOrd="1" destOrd="0" presId="urn:microsoft.com/office/officeart/2016/7/layout/RepeatingBendingProcessNew"/>
    <dgm:cxn modelId="{011955A3-1F3E-4193-AADB-6E4A51412720}" type="presOf" srcId="{8EB19D0D-FE66-4EE2-8FAA-C5E2D05E307A}" destId="{9605D03F-72A2-4125-A9C2-DEB1F3D0063D}" srcOrd="0" destOrd="0" presId="urn:microsoft.com/office/officeart/2016/7/layout/RepeatingBendingProcessNew"/>
    <dgm:cxn modelId="{FC89A0A5-B51D-429F-8D11-75AEBB212954}" type="presOf" srcId="{E36CDD8E-3746-4ADC-AF87-A7F6E2C7A9FD}" destId="{D1B8EACC-BFEB-40B6-98E3-33ED95F1FB91}" srcOrd="0" destOrd="0" presId="urn:microsoft.com/office/officeart/2016/7/layout/RepeatingBendingProcessNew"/>
    <dgm:cxn modelId="{4580A5A5-CABC-43DD-876B-973A2BE8D084}" type="presOf" srcId="{F70ADECC-73EF-4E86-AEA7-19CEF7F8192D}" destId="{511836CF-8031-4E5D-B4A7-0758B0D3163B}" srcOrd="0" destOrd="0" presId="urn:microsoft.com/office/officeart/2016/7/layout/RepeatingBendingProcessNew"/>
    <dgm:cxn modelId="{4A8874AA-7966-47C7-805B-559E6D799660}" type="presOf" srcId="{6B2B0CC1-57C0-4D80-9F5F-4975743D13D0}" destId="{4F86AD72-EDD3-4772-9242-2A39A52D36FD}" srcOrd="0" destOrd="0" presId="urn:microsoft.com/office/officeart/2016/7/layout/RepeatingBendingProcessNew"/>
    <dgm:cxn modelId="{CC9BA2B2-4A95-44B7-B172-55637CB24D0A}" type="presOf" srcId="{F70ADECC-73EF-4E86-AEA7-19CEF7F8192D}" destId="{B2D40CC6-A329-4D74-B648-2272154F6006}" srcOrd="1" destOrd="0" presId="urn:microsoft.com/office/officeart/2016/7/layout/RepeatingBendingProcessNew"/>
    <dgm:cxn modelId="{23D35EB9-3657-479A-BD9A-F814B9808AE9}" srcId="{FC2B0761-9E4B-4FF7-81D3-2E3BDB84C08C}" destId="{E36CDD8E-3746-4ADC-AF87-A7F6E2C7A9FD}" srcOrd="5" destOrd="0" parTransId="{8FCBCD0B-EF5C-4F33-8DA6-974595AE841B}" sibTransId="{2A181381-A10D-4C7F-A596-4E9B9C7A1EB0}"/>
    <dgm:cxn modelId="{5270FCC1-B966-4626-90AF-BECE815CD56A}" type="presOf" srcId="{185A3670-FBC9-4F1C-A000-A9E31FB1C786}" destId="{02AE25DD-46FB-4C48-8C94-233FA88C0FBF}" srcOrd="0" destOrd="0" presId="urn:microsoft.com/office/officeart/2016/7/layout/RepeatingBendingProcessNew"/>
    <dgm:cxn modelId="{F62B96C2-E329-487E-A433-045718855949}" srcId="{FC2B0761-9E4B-4FF7-81D3-2E3BDB84C08C}" destId="{185A3670-FBC9-4F1C-A000-A9E31FB1C786}" srcOrd="1" destOrd="0" parTransId="{7E07A7CB-CB5C-4C98-BC0B-1F40A56FEDB8}" sibTransId="{8EB19D0D-FE66-4EE2-8FAA-C5E2D05E307A}"/>
    <dgm:cxn modelId="{37A377CF-B919-4B1E-9C7A-ED0B00B7B5A0}" type="presOf" srcId="{FC2B0761-9E4B-4FF7-81D3-2E3BDB84C08C}" destId="{63EAD268-D605-4455-8B84-EB4F598D5101}" srcOrd="0" destOrd="0" presId="urn:microsoft.com/office/officeart/2016/7/layout/RepeatingBendingProcessNew"/>
    <dgm:cxn modelId="{682716E1-D325-4551-AF21-0E3F891EEA5A}" type="presOf" srcId="{F07EF006-BCF1-43F8-B9C6-E22893AD13E9}" destId="{947AE035-422B-42CC-A48F-D97697D475F0}" srcOrd="0" destOrd="0" presId="urn:microsoft.com/office/officeart/2016/7/layout/RepeatingBendingProcessNew"/>
    <dgm:cxn modelId="{B7B3B9EB-DB8C-4A78-A3A6-DFACC6FB7301}" srcId="{FC2B0761-9E4B-4FF7-81D3-2E3BDB84C08C}" destId="{DC2D9FE8-71F7-4608-AC1A-D41470A686D5}" srcOrd="6" destOrd="0" parTransId="{650B7398-10EC-4C53-A507-66C405AD2516}" sibTransId="{2A7602E0-DDC3-471F-9ECA-C4C6A9C108FF}"/>
    <dgm:cxn modelId="{D94246F3-8D9C-45AB-9DD3-BD9140135D7A}" type="presOf" srcId="{39EC02FF-D3AD-457D-A569-679509134301}" destId="{7F9D6C68-01CF-4ECF-882B-FE5D3D69E749}" srcOrd="0" destOrd="0" presId="urn:microsoft.com/office/officeart/2016/7/layout/RepeatingBendingProcessNew"/>
    <dgm:cxn modelId="{D8F83FFF-6DCD-4609-9199-4093EFEB5C81}" srcId="{FC2B0761-9E4B-4FF7-81D3-2E3BDB84C08C}" destId="{CE6F2E76-6F4D-46A9-8520-C464F814EAC4}" srcOrd="4" destOrd="0" parTransId="{5BA1AFC9-28EE-40D1-BD83-C5A9494F292B}" sibTransId="{39EC02FF-D3AD-457D-A569-679509134301}"/>
    <dgm:cxn modelId="{5FF7A299-67B4-4B74-8234-C69B0E9B1A90}" type="presParOf" srcId="{63EAD268-D605-4455-8B84-EB4F598D5101}" destId="{D6022390-3831-40F2-93D8-8BA2086D4758}" srcOrd="0" destOrd="0" presId="urn:microsoft.com/office/officeart/2016/7/layout/RepeatingBendingProcessNew"/>
    <dgm:cxn modelId="{2C71ECFD-F085-41F8-AC8A-D1C830DC26C4}" type="presParOf" srcId="{63EAD268-D605-4455-8B84-EB4F598D5101}" destId="{4F86AD72-EDD3-4772-9242-2A39A52D36FD}" srcOrd="1" destOrd="0" presId="urn:microsoft.com/office/officeart/2016/7/layout/RepeatingBendingProcessNew"/>
    <dgm:cxn modelId="{309C4C62-5FD7-4AE0-B179-6C6AC5979D9F}" type="presParOf" srcId="{4F86AD72-EDD3-4772-9242-2A39A52D36FD}" destId="{A5649E96-DF94-417E-AE17-F48BAFDB0BAC}" srcOrd="0" destOrd="0" presId="urn:microsoft.com/office/officeart/2016/7/layout/RepeatingBendingProcessNew"/>
    <dgm:cxn modelId="{35D61A9F-CE32-4742-AEC0-A2D2F878E47D}" type="presParOf" srcId="{63EAD268-D605-4455-8B84-EB4F598D5101}" destId="{02AE25DD-46FB-4C48-8C94-233FA88C0FBF}" srcOrd="2" destOrd="0" presId="urn:microsoft.com/office/officeart/2016/7/layout/RepeatingBendingProcessNew"/>
    <dgm:cxn modelId="{83823B9D-ADE8-4947-AC8A-88FEEAD14FF4}" type="presParOf" srcId="{63EAD268-D605-4455-8B84-EB4F598D5101}" destId="{9605D03F-72A2-4125-A9C2-DEB1F3D0063D}" srcOrd="3" destOrd="0" presId="urn:microsoft.com/office/officeart/2016/7/layout/RepeatingBendingProcessNew"/>
    <dgm:cxn modelId="{06FBF59E-C98F-4183-9514-B04BA6237F00}" type="presParOf" srcId="{9605D03F-72A2-4125-A9C2-DEB1F3D0063D}" destId="{C630DAD5-DBB1-4611-8E79-FED6D8F5C14B}" srcOrd="0" destOrd="0" presId="urn:microsoft.com/office/officeart/2016/7/layout/RepeatingBendingProcessNew"/>
    <dgm:cxn modelId="{571C18CB-85B5-41EF-BBB9-BD7C4228236E}" type="presParOf" srcId="{63EAD268-D605-4455-8B84-EB4F598D5101}" destId="{88D5463C-2FD3-4908-98A7-013282A21B6C}" srcOrd="4" destOrd="0" presId="urn:microsoft.com/office/officeart/2016/7/layout/RepeatingBendingProcessNew"/>
    <dgm:cxn modelId="{733C8666-AEF3-42A7-B3B9-6BCFB6DD866B}" type="presParOf" srcId="{63EAD268-D605-4455-8B84-EB4F598D5101}" destId="{CD6A2B31-828F-4670-B989-64255BA6BF0F}" srcOrd="5" destOrd="0" presId="urn:microsoft.com/office/officeart/2016/7/layout/RepeatingBendingProcessNew"/>
    <dgm:cxn modelId="{2A701438-47C8-46B2-84F1-FC61C364CAE1}" type="presParOf" srcId="{CD6A2B31-828F-4670-B989-64255BA6BF0F}" destId="{DEB958C1-D24F-4173-BBE3-ABE1579785C1}" srcOrd="0" destOrd="0" presId="urn:microsoft.com/office/officeart/2016/7/layout/RepeatingBendingProcessNew"/>
    <dgm:cxn modelId="{56C4CDB7-8C8A-4FDD-BDB1-0709720954E2}" type="presParOf" srcId="{63EAD268-D605-4455-8B84-EB4F598D5101}" destId="{947AE035-422B-42CC-A48F-D97697D475F0}" srcOrd="6" destOrd="0" presId="urn:microsoft.com/office/officeart/2016/7/layout/RepeatingBendingProcessNew"/>
    <dgm:cxn modelId="{89A367B3-C329-4AAA-9631-0146048886A3}" type="presParOf" srcId="{63EAD268-D605-4455-8B84-EB4F598D5101}" destId="{511836CF-8031-4E5D-B4A7-0758B0D3163B}" srcOrd="7" destOrd="0" presId="urn:microsoft.com/office/officeart/2016/7/layout/RepeatingBendingProcessNew"/>
    <dgm:cxn modelId="{AE0BDF16-4628-491E-8C5F-8D8D94A1B286}" type="presParOf" srcId="{511836CF-8031-4E5D-B4A7-0758B0D3163B}" destId="{B2D40CC6-A329-4D74-B648-2272154F6006}" srcOrd="0" destOrd="0" presId="urn:microsoft.com/office/officeart/2016/7/layout/RepeatingBendingProcessNew"/>
    <dgm:cxn modelId="{9DD32FAD-C78A-4945-98E2-F6888850E150}" type="presParOf" srcId="{63EAD268-D605-4455-8B84-EB4F598D5101}" destId="{CA8B52FC-6C93-41FE-BF46-CCAF858C0A2E}" srcOrd="8" destOrd="0" presId="urn:microsoft.com/office/officeart/2016/7/layout/RepeatingBendingProcessNew"/>
    <dgm:cxn modelId="{6CA6D26D-8090-4831-8CAA-3B9A66DEB92D}" type="presParOf" srcId="{63EAD268-D605-4455-8B84-EB4F598D5101}" destId="{7F9D6C68-01CF-4ECF-882B-FE5D3D69E749}" srcOrd="9" destOrd="0" presId="urn:microsoft.com/office/officeart/2016/7/layout/RepeatingBendingProcessNew"/>
    <dgm:cxn modelId="{2978EDBF-179E-43D9-84F6-7DC1D3A84667}" type="presParOf" srcId="{7F9D6C68-01CF-4ECF-882B-FE5D3D69E749}" destId="{4591E0F8-FFB9-4DB9-9483-C7661F735B94}" srcOrd="0" destOrd="0" presId="urn:microsoft.com/office/officeart/2016/7/layout/RepeatingBendingProcessNew"/>
    <dgm:cxn modelId="{177ED29A-E716-444F-92AA-23AFDF9785E8}" type="presParOf" srcId="{63EAD268-D605-4455-8B84-EB4F598D5101}" destId="{D1B8EACC-BFEB-40B6-98E3-33ED95F1FB91}" srcOrd="10" destOrd="0" presId="urn:microsoft.com/office/officeart/2016/7/layout/RepeatingBendingProcessNew"/>
    <dgm:cxn modelId="{AFB472B0-4542-471D-9BE9-A2D25569D255}" type="presParOf" srcId="{63EAD268-D605-4455-8B84-EB4F598D5101}" destId="{F89DEA88-8582-4340-930D-DAD308B0C18C}" srcOrd="11" destOrd="0" presId="urn:microsoft.com/office/officeart/2016/7/layout/RepeatingBendingProcessNew"/>
    <dgm:cxn modelId="{55DC65EF-7E20-453E-8293-E9F4399B4E7C}" type="presParOf" srcId="{F89DEA88-8582-4340-930D-DAD308B0C18C}" destId="{62970299-92F0-47EC-8B9C-69455F11A979}" srcOrd="0" destOrd="0" presId="urn:microsoft.com/office/officeart/2016/7/layout/RepeatingBendingProcessNew"/>
    <dgm:cxn modelId="{F2132D43-26E4-457B-8380-04335FEA8502}" type="presParOf" srcId="{63EAD268-D605-4455-8B84-EB4F598D5101}" destId="{4F8126DC-3EE7-45D6-9265-E34E493738C2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E8937A1-FCCC-47CC-BA59-A99873A3AD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B997BBF-9376-45E6-86C4-FBCEDB359553}">
      <dgm:prSet/>
      <dgm:spPr/>
      <dgm:t>
        <a:bodyPr/>
        <a:lstStyle/>
        <a:p>
          <a:pPr>
            <a:defRPr cap="all"/>
          </a:pPr>
          <a:r>
            <a:rPr lang="en-US"/>
            <a:t>Flow:</a:t>
          </a:r>
        </a:p>
      </dgm:t>
    </dgm:pt>
    <dgm:pt modelId="{C095B84B-C6C5-4A91-A74A-1715CEE3D0ED}" type="parTrans" cxnId="{67C7AED3-D090-4E4F-B6AD-E73ED4BD3D3A}">
      <dgm:prSet/>
      <dgm:spPr/>
      <dgm:t>
        <a:bodyPr/>
        <a:lstStyle/>
        <a:p>
          <a:endParaRPr lang="en-US"/>
        </a:p>
      </dgm:t>
    </dgm:pt>
    <dgm:pt modelId="{AC1B1988-529D-4DD5-94BC-5B9C7CA0130E}" type="sibTrans" cxnId="{67C7AED3-D090-4E4F-B6AD-E73ED4BD3D3A}">
      <dgm:prSet/>
      <dgm:spPr/>
      <dgm:t>
        <a:bodyPr/>
        <a:lstStyle/>
        <a:p>
          <a:endParaRPr lang="en-US"/>
        </a:p>
      </dgm:t>
    </dgm:pt>
    <dgm:pt modelId="{5B8889C7-CD14-4E75-BEEB-EB953F1BF6B6}">
      <dgm:prSet/>
      <dgm:spPr/>
      <dgm:t>
        <a:bodyPr/>
        <a:lstStyle/>
        <a:p>
          <a:pPr>
            <a:defRPr cap="all"/>
          </a:pPr>
          <a:r>
            <a:rPr lang="en-US" dirty="0"/>
            <a:t>Author → Git Commit → Spring Cloud Config Server → AOESN Microservice (auto-fetch)</a:t>
          </a:r>
        </a:p>
      </dgm:t>
    </dgm:pt>
    <dgm:pt modelId="{18253C2E-2647-47DE-8C3A-4E87F4E03451}" type="parTrans" cxnId="{73401A7D-9E83-4843-B2FC-79CD4CB3D54A}">
      <dgm:prSet/>
      <dgm:spPr/>
      <dgm:t>
        <a:bodyPr/>
        <a:lstStyle/>
        <a:p>
          <a:endParaRPr lang="en-US"/>
        </a:p>
      </dgm:t>
    </dgm:pt>
    <dgm:pt modelId="{A91F849B-DC91-434E-AD9D-992C744196C6}" type="sibTrans" cxnId="{73401A7D-9E83-4843-B2FC-79CD4CB3D54A}">
      <dgm:prSet/>
      <dgm:spPr/>
      <dgm:t>
        <a:bodyPr/>
        <a:lstStyle/>
        <a:p>
          <a:endParaRPr lang="en-US"/>
        </a:p>
      </dgm:t>
    </dgm:pt>
    <dgm:pt modelId="{78F145CA-29CD-4DA7-8399-A2CAECD61FCF}">
      <dgm:prSet/>
      <dgm:spPr/>
      <dgm:t>
        <a:bodyPr/>
        <a:lstStyle/>
        <a:p>
          <a:pPr>
            <a:defRPr cap="all"/>
          </a:pPr>
          <a:r>
            <a:rPr lang="en-US"/>
            <a:t>Benefits:</a:t>
          </a:r>
        </a:p>
      </dgm:t>
    </dgm:pt>
    <dgm:pt modelId="{C8911883-7AF1-4206-A102-CDAFBF1AB4EE}" type="parTrans" cxnId="{3DC5444C-086A-458A-8C11-821A2C5F1101}">
      <dgm:prSet/>
      <dgm:spPr/>
      <dgm:t>
        <a:bodyPr/>
        <a:lstStyle/>
        <a:p>
          <a:endParaRPr lang="en-US"/>
        </a:p>
      </dgm:t>
    </dgm:pt>
    <dgm:pt modelId="{92D74E8A-DF28-4F99-A181-948AD48EF145}" type="sibTrans" cxnId="{3DC5444C-086A-458A-8C11-821A2C5F1101}">
      <dgm:prSet/>
      <dgm:spPr/>
      <dgm:t>
        <a:bodyPr/>
        <a:lstStyle/>
        <a:p>
          <a:endParaRPr lang="en-US"/>
        </a:p>
      </dgm:t>
    </dgm:pt>
    <dgm:pt modelId="{A9036574-19BE-4059-9390-00FF02670D5B}">
      <dgm:prSet/>
      <dgm:spPr/>
      <dgm:t>
        <a:bodyPr/>
        <a:lstStyle/>
        <a:p>
          <a:pPr>
            <a:defRPr cap="all"/>
          </a:pPr>
          <a:r>
            <a:rPr lang="en-US"/>
            <a:t>- Instant propagation</a:t>
          </a:r>
        </a:p>
      </dgm:t>
    </dgm:pt>
    <dgm:pt modelId="{9CA89022-CB60-4E91-A940-00528BA87A42}" type="parTrans" cxnId="{1AE674E9-E837-48A4-8BF0-E3600732CA69}">
      <dgm:prSet/>
      <dgm:spPr/>
      <dgm:t>
        <a:bodyPr/>
        <a:lstStyle/>
        <a:p>
          <a:endParaRPr lang="en-US"/>
        </a:p>
      </dgm:t>
    </dgm:pt>
    <dgm:pt modelId="{F4D3DCBF-C75D-44A3-9473-79311877B7C3}" type="sibTrans" cxnId="{1AE674E9-E837-48A4-8BF0-E3600732CA69}">
      <dgm:prSet/>
      <dgm:spPr/>
      <dgm:t>
        <a:bodyPr/>
        <a:lstStyle/>
        <a:p>
          <a:endParaRPr lang="en-US"/>
        </a:p>
      </dgm:t>
    </dgm:pt>
    <dgm:pt modelId="{51FB26F9-67DD-491C-903B-BAFC070BD543}">
      <dgm:prSet/>
      <dgm:spPr/>
      <dgm:t>
        <a:bodyPr/>
        <a:lstStyle/>
        <a:p>
          <a:pPr>
            <a:defRPr cap="all"/>
          </a:pPr>
          <a:r>
            <a:rPr lang="en-US" dirty="0"/>
            <a:t>- Version control via Git</a:t>
          </a:r>
        </a:p>
      </dgm:t>
    </dgm:pt>
    <dgm:pt modelId="{E8505FB2-417B-4312-B74C-4993A4E8AC8F}" type="parTrans" cxnId="{6F754A88-01EB-403A-9EBC-EFB3CBBB4738}">
      <dgm:prSet/>
      <dgm:spPr/>
      <dgm:t>
        <a:bodyPr/>
        <a:lstStyle/>
        <a:p>
          <a:endParaRPr lang="en-US"/>
        </a:p>
      </dgm:t>
    </dgm:pt>
    <dgm:pt modelId="{7E67BD75-84E9-452A-A542-2D8C4BC6852A}" type="sibTrans" cxnId="{6F754A88-01EB-403A-9EBC-EFB3CBBB4738}">
      <dgm:prSet/>
      <dgm:spPr/>
      <dgm:t>
        <a:bodyPr/>
        <a:lstStyle/>
        <a:p>
          <a:endParaRPr lang="en-US"/>
        </a:p>
      </dgm:t>
    </dgm:pt>
    <dgm:pt modelId="{ECEE1792-BC25-45B1-8BF6-106712AA47C3}">
      <dgm:prSet/>
      <dgm:spPr/>
      <dgm:t>
        <a:bodyPr/>
        <a:lstStyle/>
        <a:p>
          <a:pPr>
            <a:defRPr cap="all"/>
          </a:pPr>
          <a:r>
            <a:rPr lang="en-US"/>
            <a:t>- Collaboration (no locks)</a:t>
          </a:r>
        </a:p>
      </dgm:t>
    </dgm:pt>
    <dgm:pt modelId="{D1030E8C-6800-4C5F-9E02-D5FC4D685F16}" type="parTrans" cxnId="{8F281545-0D7F-47E5-81D8-B0D2DDD41FE7}">
      <dgm:prSet/>
      <dgm:spPr/>
      <dgm:t>
        <a:bodyPr/>
        <a:lstStyle/>
        <a:p>
          <a:endParaRPr lang="en-US"/>
        </a:p>
      </dgm:t>
    </dgm:pt>
    <dgm:pt modelId="{EBA409B2-741A-43C7-B12B-0B809A798D7A}" type="sibTrans" cxnId="{8F281545-0D7F-47E5-81D8-B0D2DDD41FE7}">
      <dgm:prSet/>
      <dgm:spPr/>
      <dgm:t>
        <a:bodyPr/>
        <a:lstStyle/>
        <a:p>
          <a:endParaRPr lang="en-US"/>
        </a:p>
      </dgm:t>
    </dgm:pt>
    <dgm:pt modelId="{A0DB11EA-94EF-49ED-8CF0-526B4857718A}">
      <dgm:prSet/>
      <dgm:spPr/>
      <dgm:t>
        <a:bodyPr/>
        <a:lstStyle/>
        <a:p>
          <a:pPr>
            <a:defRPr cap="all"/>
          </a:pPr>
          <a:r>
            <a:rPr lang="en-US"/>
            <a:t>- Rollback and audit via commits</a:t>
          </a:r>
        </a:p>
      </dgm:t>
    </dgm:pt>
    <dgm:pt modelId="{23065DD7-6BE4-447A-A23F-52F8ED1771ED}" type="parTrans" cxnId="{C64AEF45-40A6-45AB-A71B-FE7AA2A108F3}">
      <dgm:prSet/>
      <dgm:spPr/>
      <dgm:t>
        <a:bodyPr/>
        <a:lstStyle/>
        <a:p>
          <a:endParaRPr lang="en-US"/>
        </a:p>
      </dgm:t>
    </dgm:pt>
    <dgm:pt modelId="{60B19F32-E593-49F9-812B-934F6DC3E8C0}" type="sibTrans" cxnId="{C64AEF45-40A6-45AB-A71B-FE7AA2A108F3}">
      <dgm:prSet/>
      <dgm:spPr/>
      <dgm:t>
        <a:bodyPr/>
        <a:lstStyle/>
        <a:p>
          <a:endParaRPr lang="en-US"/>
        </a:p>
      </dgm:t>
    </dgm:pt>
    <dgm:pt modelId="{33DA18C0-71B2-49F3-8374-0266C6840363}">
      <dgm:prSet/>
      <dgm:spPr/>
      <dgm:t>
        <a:bodyPr/>
        <a:lstStyle/>
        <a:p>
          <a:pPr>
            <a:defRPr cap="all"/>
          </a:pPr>
          <a:r>
            <a:rPr lang="en-US"/>
            <a:t>- Vault integration for secrets</a:t>
          </a:r>
        </a:p>
      </dgm:t>
    </dgm:pt>
    <dgm:pt modelId="{2C52C252-4B8F-401B-B369-16F5E173C2CB}" type="parTrans" cxnId="{CAC5FF77-7230-4C96-903D-891AD1F1EF9D}">
      <dgm:prSet/>
      <dgm:spPr/>
      <dgm:t>
        <a:bodyPr/>
        <a:lstStyle/>
        <a:p>
          <a:endParaRPr lang="en-US"/>
        </a:p>
      </dgm:t>
    </dgm:pt>
    <dgm:pt modelId="{74C597C6-6D34-4D06-82F3-2E77E7197E34}" type="sibTrans" cxnId="{CAC5FF77-7230-4C96-903D-891AD1F1EF9D}">
      <dgm:prSet/>
      <dgm:spPr/>
      <dgm:t>
        <a:bodyPr/>
        <a:lstStyle/>
        <a:p>
          <a:endParaRPr lang="en-US"/>
        </a:p>
      </dgm:t>
    </dgm:pt>
    <dgm:pt modelId="{6D4B48E6-C504-46DC-A043-5350E9FE9274}" type="pres">
      <dgm:prSet presAssocID="{5E8937A1-FCCC-47CC-BA59-A99873A3ADEC}" presName="root" presStyleCnt="0">
        <dgm:presLayoutVars>
          <dgm:dir/>
          <dgm:resizeHandles val="exact"/>
        </dgm:presLayoutVars>
      </dgm:prSet>
      <dgm:spPr/>
    </dgm:pt>
    <dgm:pt modelId="{B6B9DA1F-FD23-4E0C-A15F-7537C48C8965}" type="pres">
      <dgm:prSet presAssocID="{6B997BBF-9376-45E6-86C4-FBCEDB359553}" presName="compNode" presStyleCnt="0"/>
      <dgm:spPr/>
    </dgm:pt>
    <dgm:pt modelId="{8C132398-08C8-412F-A538-0DF570599D96}" type="pres">
      <dgm:prSet presAssocID="{6B997BBF-9376-45E6-86C4-FBCEDB359553}" presName="iconBgRect" presStyleLbl="bgShp" presStyleIdx="0" presStyleCnt="8"/>
      <dgm:spPr/>
    </dgm:pt>
    <dgm:pt modelId="{AF9C518D-E002-45F0-BBC3-CC105A3D7518}" type="pres">
      <dgm:prSet presAssocID="{6B997BBF-9376-45E6-86C4-FBCEDB35955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17F58A6-34F1-4C51-9C7C-0EC5BB0781AD}" type="pres">
      <dgm:prSet presAssocID="{6B997BBF-9376-45E6-86C4-FBCEDB359553}" presName="spaceRect" presStyleCnt="0"/>
      <dgm:spPr/>
    </dgm:pt>
    <dgm:pt modelId="{A0DF5DB7-9C36-4460-9EC1-1B953511EA2B}" type="pres">
      <dgm:prSet presAssocID="{6B997BBF-9376-45E6-86C4-FBCEDB359553}" presName="textRect" presStyleLbl="revTx" presStyleIdx="0" presStyleCnt="8">
        <dgm:presLayoutVars>
          <dgm:chMax val="1"/>
          <dgm:chPref val="1"/>
        </dgm:presLayoutVars>
      </dgm:prSet>
      <dgm:spPr/>
    </dgm:pt>
    <dgm:pt modelId="{32755CD3-D8CB-4BED-9110-45799A983EBE}" type="pres">
      <dgm:prSet presAssocID="{AC1B1988-529D-4DD5-94BC-5B9C7CA0130E}" presName="sibTrans" presStyleCnt="0"/>
      <dgm:spPr/>
    </dgm:pt>
    <dgm:pt modelId="{D5CDDDF7-AD38-4805-B023-8D32D8CEAA33}" type="pres">
      <dgm:prSet presAssocID="{5B8889C7-CD14-4E75-BEEB-EB953F1BF6B6}" presName="compNode" presStyleCnt="0"/>
      <dgm:spPr/>
    </dgm:pt>
    <dgm:pt modelId="{A82B1F4F-312D-4D2D-A487-2564B7CDC66E}" type="pres">
      <dgm:prSet presAssocID="{5B8889C7-CD14-4E75-BEEB-EB953F1BF6B6}" presName="iconBgRect" presStyleLbl="bgShp" presStyleIdx="1" presStyleCnt="8"/>
      <dgm:spPr/>
    </dgm:pt>
    <dgm:pt modelId="{61A075B0-2DAF-4573-9571-8E0CE33E2AC0}" type="pres">
      <dgm:prSet presAssocID="{5B8889C7-CD14-4E75-BEEB-EB953F1BF6B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ED6BD8E-484E-48BF-B202-886BB208885A}" type="pres">
      <dgm:prSet presAssocID="{5B8889C7-CD14-4E75-BEEB-EB953F1BF6B6}" presName="spaceRect" presStyleCnt="0"/>
      <dgm:spPr/>
    </dgm:pt>
    <dgm:pt modelId="{D28FE725-5410-4FBF-80A9-FB4B32E8AC01}" type="pres">
      <dgm:prSet presAssocID="{5B8889C7-CD14-4E75-BEEB-EB953F1BF6B6}" presName="textRect" presStyleLbl="revTx" presStyleIdx="1" presStyleCnt="8" custScaleX="108076" custScaleY="138402">
        <dgm:presLayoutVars>
          <dgm:chMax val="1"/>
          <dgm:chPref val="1"/>
        </dgm:presLayoutVars>
      </dgm:prSet>
      <dgm:spPr/>
    </dgm:pt>
    <dgm:pt modelId="{981D89CF-398B-464B-A7B9-25A9569A13A5}" type="pres">
      <dgm:prSet presAssocID="{A91F849B-DC91-434E-AD9D-992C744196C6}" presName="sibTrans" presStyleCnt="0"/>
      <dgm:spPr/>
    </dgm:pt>
    <dgm:pt modelId="{961D4460-B6D7-440E-9C2A-2B0DDA676D17}" type="pres">
      <dgm:prSet presAssocID="{78F145CA-29CD-4DA7-8399-A2CAECD61FCF}" presName="compNode" presStyleCnt="0"/>
      <dgm:spPr/>
    </dgm:pt>
    <dgm:pt modelId="{C9044426-3FAB-46A8-A97F-D189DEEC69AA}" type="pres">
      <dgm:prSet presAssocID="{78F145CA-29CD-4DA7-8399-A2CAECD61FCF}" presName="iconBgRect" presStyleLbl="bgShp" presStyleIdx="2" presStyleCnt="8"/>
      <dgm:spPr/>
    </dgm:pt>
    <dgm:pt modelId="{01C2B7E1-4F49-4707-B40A-5B82C716EB95}" type="pres">
      <dgm:prSet presAssocID="{78F145CA-29CD-4DA7-8399-A2CAECD61FC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A21AB1A-E3CD-4927-93D9-C0301D89BF32}" type="pres">
      <dgm:prSet presAssocID="{78F145CA-29CD-4DA7-8399-A2CAECD61FCF}" presName="spaceRect" presStyleCnt="0"/>
      <dgm:spPr/>
    </dgm:pt>
    <dgm:pt modelId="{AF6B985B-5DD0-4661-A1EC-F7596BC0BE3A}" type="pres">
      <dgm:prSet presAssocID="{78F145CA-29CD-4DA7-8399-A2CAECD61FCF}" presName="textRect" presStyleLbl="revTx" presStyleIdx="2" presStyleCnt="8">
        <dgm:presLayoutVars>
          <dgm:chMax val="1"/>
          <dgm:chPref val="1"/>
        </dgm:presLayoutVars>
      </dgm:prSet>
      <dgm:spPr/>
    </dgm:pt>
    <dgm:pt modelId="{A6CE7055-19CF-4CF6-8A41-7EA3F2F15644}" type="pres">
      <dgm:prSet presAssocID="{92D74E8A-DF28-4F99-A181-948AD48EF145}" presName="sibTrans" presStyleCnt="0"/>
      <dgm:spPr/>
    </dgm:pt>
    <dgm:pt modelId="{8EA35F89-0A5E-45B3-B33C-F27D3EF485DF}" type="pres">
      <dgm:prSet presAssocID="{A9036574-19BE-4059-9390-00FF02670D5B}" presName="compNode" presStyleCnt="0"/>
      <dgm:spPr/>
    </dgm:pt>
    <dgm:pt modelId="{FFCE59A5-5472-42E9-A4BE-C4D5597A18F6}" type="pres">
      <dgm:prSet presAssocID="{A9036574-19BE-4059-9390-00FF02670D5B}" presName="iconBgRect" presStyleLbl="bgShp" presStyleIdx="3" presStyleCnt="8"/>
      <dgm:spPr/>
    </dgm:pt>
    <dgm:pt modelId="{A9457BE2-7EBE-498A-B9DC-0CADC7B7192C}" type="pres">
      <dgm:prSet presAssocID="{A9036574-19BE-4059-9390-00FF02670D5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39B4F43B-0D4D-4776-8FA2-0C3D83E9724A}" type="pres">
      <dgm:prSet presAssocID="{A9036574-19BE-4059-9390-00FF02670D5B}" presName="spaceRect" presStyleCnt="0"/>
      <dgm:spPr/>
    </dgm:pt>
    <dgm:pt modelId="{65CC7370-D13F-4703-81FB-9BB1F73EAA86}" type="pres">
      <dgm:prSet presAssocID="{A9036574-19BE-4059-9390-00FF02670D5B}" presName="textRect" presStyleLbl="revTx" presStyleIdx="3" presStyleCnt="8">
        <dgm:presLayoutVars>
          <dgm:chMax val="1"/>
          <dgm:chPref val="1"/>
        </dgm:presLayoutVars>
      </dgm:prSet>
      <dgm:spPr/>
    </dgm:pt>
    <dgm:pt modelId="{526F8924-198F-4E77-8B21-80C6005E01A7}" type="pres">
      <dgm:prSet presAssocID="{F4D3DCBF-C75D-44A3-9473-79311877B7C3}" presName="sibTrans" presStyleCnt="0"/>
      <dgm:spPr/>
    </dgm:pt>
    <dgm:pt modelId="{CCE63C44-3DFF-49F4-9D50-AD1DD885F99F}" type="pres">
      <dgm:prSet presAssocID="{51FB26F9-67DD-491C-903B-BAFC070BD543}" presName="compNode" presStyleCnt="0"/>
      <dgm:spPr/>
    </dgm:pt>
    <dgm:pt modelId="{CC929006-1BAC-463B-88E1-2162A1D4E4FE}" type="pres">
      <dgm:prSet presAssocID="{51FB26F9-67DD-491C-903B-BAFC070BD543}" presName="iconBgRect" presStyleLbl="bgShp" presStyleIdx="4" presStyleCnt="8"/>
      <dgm:spPr/>
    </dgm:pt>
    <dgm:pt modelId="{EC558169-33C0-4710-BC9B-6BBD4DEC4444}" type="pres">
      <dgm:prSet presAssocID="{51FB26F9-67DD-491C-903B-BAFC070BD54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09A2FA5-7126-4A90-BE7B-224261707E38}" type="pres">
      <dgm:prSet presAssocID="{51FB26F9-67DD-491C-903B-BAFC070BD543}" presName="spaceRect" presStyleCnt="0"/>
      <dgm:spPr/>
    </dgm:pt>
    <dgm:pt modelId="{01D14CAB-2365-4FA7-B96A-AC432F0BDAA6}" type="pres">
      <dgm:prSet presAssocID="{51FB26F9-67DD-491C-903B-BAFC070BD543}" presName="textRect" presStyleLbl="revTx" presStyleIdx="4" presStyleCnt="8">
        <dgm:presLayoutVars>
          <dgm:chMax val="1"/>
          <dgm:chPref val="1"/>
        </dgm:presLayoutVars>
      </dgm:prSet>
      <dgm:spPr/>
    </dgm:pt>
    <dgm:pt modelId="{686C092F-DB28-48CA-A5A4-350EE597D41B}" type="pres">
      <dgm:prSet presAssocID="{7E67BD75-84E9-452A-A542-2D8C4BC6852A}" presName="sibTrans" presStyleCnt="0"/>
      <dgm:spPr/>
    </dgm:pt>
    <dgm:pt modelId="{E910A67D-04AC-497F-8953-ED08C031A18E}" type="pres">
      <dgm:prSet presAssocID="{ECEE1792-BC25-45B1-8BF6-106712AA47C3}" presName="compNode" presStyleCnt="0"/>
      <dgm:spPr/>
    </dgm:pt>
    <dgm:pt modelId="{9E007739-A3E3-4DCD-B835-0C45687BB548}" type="pres">
      <dgm:prSet presAssocID="{ECEE1792-BC25-45B1-8BF6-106712AA47C3}" presName="iconBgRect" presStyleLbl="bgShp" presStyleIdx="5" presStyleCnt="8"/>
      <dgm:spPr/>
    </dgm:pt>
    <dgm:pt modelId="{55898C69-BFD6-459C-B248-45040943F630}" type="pres">
      <dgm:prSet presAssocID="{ECEE1792-BC25-45B1-8BF6-106712AA47C3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21B2C8B-6823-4AFC-9673-F70D83D294C9}" type="pres">
      <dgm:prSet presAssocID="{ECEE1792-BC25-45B1-8BF6-106712AA47C3}" presName="spaceRect" presStyleCnt="0"/>
      <dgm:spPr/>
    </dgm:pt>
    <dgm:pt modelId="{F39F7107-B4FF-4F78-A84D-791B2E079B68}" type="pres">
      <dgm:prSet presAssocID="{ECEE1792-BC25-45B1-8BF6-106712AA47C3}" presName="textRect" presStyleLbl="revTx" presStyleIdx="5" presStyleCnt="8">
        <dgm:presLayoutVars>
          <dgm:chMax val="1"/>
          <dgm:chPref val="1"/>
        </dgm:presLayoutVars>
      </dgm:prSet>
      <dgm:spPr/>
    </dgm:pt>
    <dgm:pt modelId="{4FA8E3F4-51C7-470B-BFC6-453469DDA1A9}" type="pres">
      <dgm:prSet presAssocID="{EBA409B2-741A-43C7-B12B-0B809A798D7A}" presName="sibTrans" presStyleCnt="0"/>
      <dgm:spPr/>
    </dgm:pt>
    <dgm:pt modelId="{4E90C773-8028-403C-B154-60899C95CAB2}" type="pres">
      <dgm:prSet presAssocID="{A0DB11EA-94EF-49ED-8CF0-526B4857718A}" presName="compNode" presStyleCnt="0"/>
      <dgm:spPr/>
    </dgm:pt>
    <dgm:pt modelId="{1A1D5C7E-7CFA-40E9-8443-53309FB04163}" type="pres">
      <dgm:prSet presAssocID="{A0DB11EA-94EF-49ED-8CF0-526B4857718A}" presName="iconBgRect" presStyleLbl="bgShp" presStyleIdx="6" presStyleCnt="8"/>
      <dgm:spPr/>
    </dgm:pt>
    <dgm:pt modelId="{F0F9DD6F-F601-41FD-9D2E-BF65919C1477}" type="pres">
      <dgm:prSet presAssocID="{A0DB11EA-94EF-49ED-8CF0-526B4857718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C79A1D3-DCFC-4EA1-9FFB-009D3BBBDCE0}" type="pres">
      <dgm:prSet presAssocID="{A0DB11EA-94EF-49ED-8CF0-526B4857718A}" presName="spaceRect" presStyleCnt="0"/>
      <dgm:spPr/>
    </dgm:pt>
    <dgm:pt modelId="{7FC628F1-044F-4E6D-91C6-AF7DEAF1D35E}" type="pres">
      <dgm:prSet presAssocID="{A0DB11EA-94EF-49ED-8CF0-526B4857718A}" presName="textRect" presStyleLbl="revTx" presStyleIdx="6" presStyleCnt="8">
        <dgm:presLayoutVars>
          <dgm:chMax val="1"/>
          <dgm:chPref val="1"/>
        </dgm:presLayoutVars>
      </dgm:prSet>
      <dgm:spPr/>
    </dgm:pt>
    <dgm:pt modelId="{E6EB8CDF-DA11-4F59-B05E-A952BC91480B}" type="pres">
      <dgm:prSet presAssocID="{60B19F32-E593-49F9-812B-934F6DC3E8C0}" presName="sibTrans" presStyleCnt="0"/>
      <dgm:spPr/>
    </dgm:pt>
    <dgm:pt modelId="{62C493E4-2B2C-4061-893D-19ADBC7D94C3}" type="pres">
      <dgm:prSet presAssocID="{33DA18C0-71B2-49F3-8374-0266C6840363}" presName="compNode" presStyleCnt="0"/>
      <dgm:spPr/>
    </dgm:pt>
    <dgm:pt modelId="{08988C6A-103A-48CC-962F-689C1083B8A6}" type="pres">
      <dgm:prSet presAssocID="{33DA18C0-71B2-49F3-8374-0266C6840363}" presName="iconBgRect" presStyleLbl="bgShp" presStyleIdx="7" presStyleCnt="8"/>
      <dgm:spPr/>
    </dgm:pt>
    <dgm:pt modelId="{99170F12-A74D-478E-958F-0375B804FF11}" type="pres">
      <dgm:prSet presAssocID="{33DA18C0-71B2-49F3-8374-0266C684036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4DEF28AA-C4B9-4DC7-9E5F-50C32BE0CE9E}" type="pres">
      <dgm:prSet presAssocID="{33DA18C0-71B2-49F3-8374-0266C6840363}" presName="spaceRect" presStyleCnt="0"/>
      <dgm:spPr/>
    </dgm:pt>
    <dgm:pt modelId="{B56AE929-4E35-49B9-97F2-9301DF759947}" type="pres">
      <dgm:prSet presAssocID="{33DA18C0-71B2-49F3-8374-0266C684036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48CB3E13-0B10-4859-879C-11C139333D98}" type="presOf" srcId="{A9036574-19BE-4059-9390-00FF02670D5B}" destId="{65CC7370-D13F-4703-81FB-9BB1F73EAA86}" srcOrd="0" destOrd="0" presId="urn:microsoft.com/office/officeart/2018/5/layout/IconCircleLabelList"/>
    <dgm:cxn modelId="{FFCEF330-9587-49D5-B17F-7D38A5E727AE}" type="presOf" srcId="{33DA18C0-71B2-49F3-8374-0266C6840363}" destId="{B56AE929-4E35-49B9-97F2-9301DF759947}" srcOrd="0" destOrd="0" presId="urn:microsoft.com/office/officeart/2018/5/layout/IconCircleLabelList"/>
    <dgm:cxn modelId="{C9F8AC32-716D-46D1-8E37-B80D34F545E5}" type="presOf" srcId="{6B997BBF-9376-45E6-86C4-FBCEDB359553}" destId="{A0DF5DB7-9C36-4460-9EC1-1B953511EA2B}" srcOrd="0" destOrd="0" presId="urn:microsoft.com/office/officeart/2018/5/layout/IconCircleLabelList"/>
    <dgm:cxn modelId="{68FEA23E-7E62-4CD5-B29C-442707D867B0}" type="presOf" srcId="{5E8937A1-FCCC-47CC-BA59-A99873A3ADEC}" destId="{6D4B48E6-C504-46DC-A043-5350E9FE9274}" srcOrd="0" destOrd="0" presId="urn:microsoft.com/office/officeart/2018/5/layout/IconCircleLabelList"/>
    <dgm:cxn modelId="{8F281545-0D7F-47E5-81D8-B0D2DDD41FE7}" srcId="{5E8937A1-FCCC-47CC-BA59-A99873A3ADEC}" destId="{ECEE1792-BC25-45B1-8BF6-106712AA47C3}" srcOrd="5" destOrd="0" parTransId="{D1030E8C-6800-4C5F-9E02-D5FC4D685F16}" sibTransId="{EBA409B2-741A-43C7-B12B-0B809A798D7A}"/>
    <dgm:cxn modelId="{C64AEF45-40A6-45AB-A71B-FE7AA2A108F3}" srcId="{5E8937A1-FCCC-47CC-BA59-A99873A3ADEC}" destId="{A0DB11EA-94EF-49ED-8CF0-526B4857718A}" srcOrd="6" destOrd="0" parTransId="{23065DD7-6BE4-447A-A23F-52F8ED1771ED}" sibTransId="{60B19F32-E593-49F9-812B-934F6DC3E8C0}"/>
    <dgm:cxn modelId="{3DC5444C-086A-458A-8C11-821A2C5F1101}" srcId="{5E8937A1-FCCC-47CC-BA59-A99873A3ADEC}" destId="{78F145CA-29CD-4DA7-8399-A2CAECD61FCF}" srcOrd="2" destOrd="0" parTransId="{C8911883-7AF1-4206-A102-CDAFBF1AB4EE}" sibTransId="{92D74E8A-DF28-4F99-A181-948AD48EF145}"/>
    <dgm:cxn modelId="{CAC5FF77-7230-4C96-903D-891AD1F1EF9D}" srcId="{5E8937A1-FCCC-47CC-BA59-A99873A3ADEC}" destId="{33DA18C0-71B2-49F3-8374-0266C6840363}" srcOrd="7" destOrd="0" parTransId="{2C52C252-4B8F-401B-B369-16F5E173C2CB}" sibTransId="{74C597C6-6D34-4D06-82F3-2E77E7197E34}"/>
    <dgm:cxn modelId="{73401A7D-9E83-4843-B2FC-79CD4CB3D54A}" srcId="{5E8937A1-FCCC-47CC-BA59-A99873A3ADEC}" destId="{5B8889C7-CD14-4E75-BEEB-EB953F1BF6B6}" srcOrd="1" destOrd="0" parTransId="{18253C2E-2647-47DE-8C3A-4E87F4E03451}" sibTransId="{A91F849B-DC91-434E-AD9D-992C744196C6}"/>
    <dgm:cxn modelId="{37B56381-71B7-4E26-8E51-87DCB2A3A2C4}" type="presOf" srcId="{ECEE1792-BC25-45B1-8BF6-106712AA47C3}" destId="{F39F7107-B4FF-4F78-A84D-791B2E079B68}" srcOrd="0" destOrd="0" presId="urn:microsoft.com/office/officeart/2018/5/layout/IconCircleLabelList"/>
    <dgm:cxn modelId="{6F754A88-01EB-403A-9EBC-EFB3CBBB4738}" srcId="{5E8937A1-FCCC-47CC-BA59-A99873A3ADEC}" destId="{51FB26F9-67DD-491C-903B-BAFC070BD543}" srcOrd="4" destOrd="0" parTransId="{E8505FB2-417B-4312-B74C-4993A4E8AC8F}" sibTransId="{7E67BD75-84E9-452A-A542-2D8C4BC6852A}"/>
    <dgm:cxn modelId="{3532008D-884C-4F9E-A766-BC6E02B4EAFD}" type="presOf" srcId="{78F145CA-29CD-4DA7-8399-A2CAECD61FCF}" destId="{AF6B985B-5DD0-4661-A1EC-F7596BC0BE3A}" srcOrd="0" destOrd="0" presId="urn:microsoft.com/office/officeart/2018/5/layout/IconCircleLabelList"/>
    <dgm:cxn modelId="{67C7AED3-D090-4E4F-B6AD-E73ED4BD3D3A}" srcId="{5E8937A1-FCCC-47CC-BA59-A99873A3ADEC}" destId="{6B997BBF-9376-45E6-86C4-FBCEDB359553}" srcOrd="0" destOrd="0" parTransId="{C095B84B-C6C5-4A91-A74A-1715CEE3D0ED}" sibTransId="{AC1B1988-529D-4DD5-94BC-5B9C7CA0130E}"/>
    <dgm:cxn modelId="{46D077E1-E4CD-41CD-B7C5-40A3C2BE5F8A}" type="presOf" srcId="{51FB26F9-67DD-491C-903B-BAFC070BD543}" destId="{01D14CAB-2365-4FA7-B96A-AC432F0BDAA6}" srcOrd="0" destOrd="0" presId="urn:microsoft.com/office/officeart/2018/5/layout/IconCircleLabelList"/>
    <dgm:cxn modelId="{1AE674E9-E837-48A4-8BF0-E3600732CA69}" srcId="{5E8937A1-FCCC-47CC-BA59-A99873A3ADEC}" destId="{A9036574-19BE-4059-9390-00FF02670D5B}" srcOrd="3" destOrd="0" parTransId="{9CA89022-CB60-4E91-A940-00528BA87A42}" sibTransId="{F4D3DCBF-C75D-44A3-9473-79311877B7C3}"/>
    <dgm:cxn modelId="{3E1154EE-3B2A-4FE6-9D53-51361C336977}" type="presOf" srcId="{5B8889C7-CD14-4E75-BEEB-EB953F1BF6B6}" destId="{D28FE725-5410-4FBF-80A9-FB4B32E8AC01}" srcOrd="0" destOrd="0" presId="urn:microsoft.com/office/officeart/2018/5/layout/IconCircleLabelList"/>
    <dgm:cxn modelId="{AE74C4F8-9FE4-4C1B-A834-522CF86EB697}" type="presOf" srcId="{A0DB11EA-94EF-49ED-8CF0-526B4857718A}" destId="{7FC628F1-044F-4E6D-91C6-AF7DEAF1D35E}" srcOrd="0" destOrd="0" presId="urn:microsoft.com/office/officeart/2018/5/layout/IconCircleLabelList"/>
    <dgm:cxn modelId="{374AAA7A-97DF-481D-B26C-F9EA3C1DD31C}" type="presParOf" srcId="{6D4B48E6-C504-46DC-A043-5350E9FE9274}" destId="{B6B9DA1F-FD23-4E0C-A15F-7537C48C8965}" srcOrd="0" destOrd="0" presId="urn:microsoft.com/office/officeart/2018/5/layout/IconCircleLabelList"/>
    <dgm:cxn modelId="{0FCF44F7-9D1F-4448-AD75-D6FA41AA230F}" type="presParOf" srcId="{B6B9DA1F-FD23-4E0C-A15F-7537C48C8965}" destId="{8C132398-08C8-412F-A538-0DF570599D96}" srcOrd="0" destOrd="0" presId="urn:microsoft.com/office/officeart/2018/5/layout/IconCircleLabelList"/>
    <dgm:cxn modelId="{3C3716E1-2630-43F7-A4AA-104D02F3F2A5}" type="presParOf" srcId="{B6B9DA1F-FD23-4E0C-A15F-7537C48C8965}" destId="{AF9C518D-E002-45F0-BBC3-CC105A3D7518}" srcOrd="1" destOrd="0" presId="urn:microsoft.com/office/officeart/2018/5/layout/IconCircleLabelList"/>
    <dgm:cxn modelId="{DFC79C68-BD08-4156-82AF-A3A368786669}" type="presParOf" srcId="{B6B9DA1F-FD23-4E0C-A15F-7537C48C8965}" destId="{917F58A6-34F1-4C51-9C7C-0EC5BB0781AD}" srcOrd="2" destOrd="0" presId="urn:microsoft.com/office/officeart/2018/5/layout/IconCircleLabelList"/>
    <dgm:cxn modelId="{869615D4-CDE3-40D7-BB06-2F70091B2265}" type="presParOf" srcId="{B6B9DA1F-FD23-4E0C-A15F-7537C48C8965}" destId="{A0DF5DB7-9C36-4460-9EC1-1B953511EA2B}" srcOrd="3" destOrd="0" presId="urn:microsoft.com/office/officeart/2018/5/layout/IconCircleLabelList"/>
    <dgm:cxn modelId="{9B12CEA3-3634-4ECA-B367-C1CC264D5F27}" type="presParOf" srcId="{6D4B48E6-C504-46DC-A043-5350E9FE9274}" destId="{32755CD3-D8CB-4BED-9110-45799A983EBE}" srcOrd="1" destOrd="0" presId="urn:microsoft.com/office/officeart/2018/5/layout/IconCircleLabelList"/>
    <dgm:cxn modelId="{082E4CF6-9CE6-4C07-918C-8A60F43034DF}" type="presParOf" srcId="{6D4B48E6-C504-46DC-A043-5350E9FE9274}" destId="{D5CDDDF7-AD38-4805-B023-8D32D8CEAA33}" srcOrd="2" destOrd="0" presId="urn:microsoft.com/office/officeart/2018/5/layout/IconCircleLabelList"/>
    <dgm:cxn modelId="{C37AF103-C84F-40AD-9286-34674EAD6809}" type="presParOf" srcId="{D5CDDDF7-AD38-4805-B023-8D32D8CEAA33}" destId="{A82B1F4F-312D-4D2D-A487-2564B7CDC66E}" srcOrd="0" destOrd="0" presId="urn:microsoft.com/office/officeart/2018/5/layout/IconCircleLabelList"/>
    <dgm:cxn modelId="{726D298B-16B3-4CE9-A4B9-FB4558D77868}" type="presParOf" srcId="{D5CDDDF7-AD38-4805-B023-8D32D8CEAA33}" destId="{61A075B0-2DAF-4573-9571-8E0CE33E2AC0}" srcOrd="1" destOrd="0" presId="urn:microsoft.com/office/officeart/2018/5/layout/IconCircleLabelList"/>
    <dgm:cxn modelId="{C2783E52-8E5D-418D-8DD6-E70AFD9B7AD9}" type="presParOf" srcId="{D5CDDDF7-AD38-4805-B023-8D32D8CEAA33}" destId="{FED6BD8E-484E-48BF-B202-886BB208885A}" srcOrd="2" destOrd="0" presId="urn:microsoft.com/office/officeart/2018/5/layout/IconCircleLabelList"/>
    <dgm:cxn modelId="{A4459903-618F-432A-BAF4-401CC8911B49}" type="presParOf" srcId="{D5CDDDF7-AD38-4805-B023-8D32D8CEAA33}" destId="{D28FE725-5410-4FBF-80A9-FB4B32E8AC01}" srcOrd="3" destOrd="0" presId="urn:microsoft.com/office/officeart/2018/5/layout/IconCircleLabelList"/>
    <dgm:cxn modelId="{5A3AEF71-7BA2-4E5B-8FB8-973F8E2E240F}" type="presParOf" srcId="{6D4B48E6-C504-46DC-A043-5350E9FE9274}" destId="{981D89CF-398B-464B-A7B9-25A9569A13A5}" srcOrd="3" destOrd="0" presId="urn:microsoft.com/office/officeart/2018/5/layout/IconCircleLabelList"/>
    <dgm:cxn modelId="{060B4E9E-6B0C-453B-8556-4CA221B2C4AF}" type="presParOf" srcId="{6D4B48E6-C504-46DC-A043-5350E9FE9274}" destId="{961D4460-B6D7-440E-9C2A-2B0DDA676D17}" srcOrd="4" destOrd="0" presId="urn:microsoft.com/office/officeart/2018/5/layout/IconCircleLabelList"/>
    <dgm:cxn modelId="{750FC274-2C30-4395-BF7E-2E62BDE15C71}" type="presParOf" srcId="{961D4460-B6D7-440E-9C2A-2B0DDA676D17}" destId="{C9044426-3FAB-46A8-A97F-D189DEEC69AA}" srcOrd="0" destOrd="0" presId="urn:microsoft.com/office/officeart/2018/5/layout/IconCircleLabelList"/>
    <dgm:cxn modelId="{0C1C8BEC-DC91-4122-837F-206AE669F56D}" type="presParOf" srcId="{961D4460-B6D7-440E-9C2A-2B0DDA676D17}" destId="{01C2B7E1-4F49-4707-B40A-5B82C716EB95}" srcOrd="1" destOrd="0" presId="urn:microsoft.com/office/officeart/2018/5/layout/IconCircleLabelList"/>
    <dgm:cxn modelId="{7B9E3C69-0D85-4D5F-8495-94AFEDA5D8E9}" type="presParOf" srcId="{961D4460-B6D7-440E-9C2A-2B0DDA676D17}" destId="{9A21AB1A-E3CD-4927-93D9-C0301D89BF32}" srcOrd="2" destOrd="0" presId="urn:microsoft.com/office/officeart/2018/5/layout/IconCircleLabelList"/>
    <dgm:cxn modelId="{5808AC26-7776-4009-B43A-A1803D564F70}" type="presParOf" srcId="{961D4460-B6D7-440E-9C2A-2B0DDA676D17}" destId="{AF6B985B-5DD0-4661-A1EC-F7596BC0BE3A}" srcOrd="3" destOrd="0" presId="urn:microsoft.com/office/officeart/2018/5/layout/IconCircleLabelList"/>
    <dgm:cxn modelId="{233D6E9A-8DD7-4557-8E14-765C02BDC206}" type="presParOf" srcId="{6D4B48E6-C504-46DC-A043-5350E9FE9274}" destId="{A6CE7055-19CF-4CF6-8A41-7EA3F2F15644}" srcOrd="5" destOrd="0" presId="urn:microsoft.com/office/officeart/2018/5/layout/IconCircleLabelList"/>
    <dgm:cxn modelId="{0512CA30-F0A7-423D-9A05-848653F308A4}" type="presParOf" srcId="{6D4B48E6-C504-46DC-A043-5350E9FE9274}" destId="{8EA35F89-0A5E-45B3-B33C-F27D3EF485DF}" srcOrd="6" destOrd="0" presId="urn:microsoft.com/office/officeart/2018/5/layout/IconCircleLabelList"/>
    <dgm:cxn modelId="{367D61E2-0C07-4754-B4A0-C7E8BFCE3549}" type="presParOf" srcId="{8EA35F89-0A5E-45B3-B33C-F27D3EF485DF}" destId="{FFCE59A5-5472-42E9-A4BE-C4D5597A18F6}" srcOrd="0" destOrd="0" presId="urn:microsoft.com/office/officeart/2018/5/layout/IconCircleLabelList"/>
    <dgm:cxn modelId="{8171E610-DE18-4FC8-9892-682502AFF1C1}" type="presParOf" srcId="{8EA35F89-0A5E-45B3-B33C-F27D3EF485DF}" destId="{A9457BE2-7EBE-498A-B9DC-0CADC7B7192C}" srcOrd="1" destOrd="0" presId="urn:microsoft.com/office/officeart/2018/5/layout/IconCircleLabelList"/>
    <dgm:cxn modelId="{E75B2F05-92C8-4E91-8C27-65696493C34E}" type="presParOf" srcId="{8EA35F89-0A5E-45B3-B33C-F27D3EF485DF}" destId="{39B4F43B-0D4D-4776-8FA2-0C3D83E9724A}" srcOrd="2" destOrd="0" presId="urn:microsoft.com/office/officeart/2018/5/layout/IconCircleLabelList"/>
    <dgm:cxn modelId="{CBEDC318-38EB-418D-B995-C28E297308EB}" type="presParOf" srcId="{8EA35F89-0A5E-45B3-B33C-F27D3EF485DF}" destId="{65CC7370-D13F-4703-81FB-9BB1F73EAA86}" srcOrd="3" destOrd="0" presId="urn:microsoft.com/office/officeart/2018/5/layout/IconCircleLabelList"/>
    <dgm:cxn modelId="{61AB0B5E-7646-486D-A389-BDC1F9E85BA5}" type="presParOf" srcId="{6D4B48E6-C504-46DC-A043-5350E9FE9274}" destId="{526F8924-198F-4E77-8B21-80C6005E01A7}" srcOrd="7" destOrd="0" presId="urn:microsoft.com/office/officeart/2018/5/layout/IconCircleLabelList"/>
    <dgm:cxn modelId="{A8B6B676-0267-41DA-A696-E7E6A7308FD7}" type="presParOf" srcId="{6D4B48E6-C504-46DC-A043-5350E9FE9274}" destId="{CCE63C44-3DFF-49F4-9D50-AD1DD885F99F}" srcOrd="8" destOrd="0" presId="urn:microsoft.com/office/officeart/2018/5/layout/IconCircleLabelList"/>
    <dgm:cxn modelId="{D2EA7A88-8455-48B1-B601-A671AB314CA5}" type="presParOf" srcId="{CCE63C44-3DFF-49F4-9D50-AD1DD885F99F}" destId="{CC929006-1BAC-463B-88E1-2162A1D4E4FE}" srcOrd="0" destOrd="0" presId="urn:microsoft.com/office/officeart/2018/5/layout/IconCircleLabelList"/>
    <dgm:cxn modelId="{86DFCCB8-DC57-4993-9E7C-72243CF5E285}" type="presParOf" srcId="{CCE63C44-3DFF-49F4-9D50-AD1DD885F99F}" destId="{EC558169-33C0-4710-BC9B-6BBD4DEC4444}" srcOrd="1" destOrd="0" presId="urn:microsoft.com/office/officeart/2018/5/layout/IconCircleLabelList"/>
    <dgm:cxn modelId="{126AF15B-2902-43C0-ADD9-068AB43253AE}" type="presParOf" srcId="{CCE63C44-3DFF-49F4-9D50-AD1DD885F99F}" destId="{C09A2FA5-7126-4A90-BE7B-224261707E38}" srcOrd="2" destOrd="0" presId="urn:microsoft.com/office/officeart/2018/5/layout/IconCircleLabelList"/>
    <dgm:cxn modelId="{7F7F5433-1243-435C-B11F-6CA43D0C5217}" type="presParOf" srcId="{CCE63C44-3DFF-49F4-9D50-AD1DD885F99F}" destId="{01D14CAB-2365-4FA7-B96A-AC432F0BDAA6}" srcOrd="3" destOrd="0" presId="urn:microsoft.com/office/officeart/2018/5/layout/IconCircleLabelList"/>
    <dgm:cxn modelId="{1B123AA0-F32C-481A-89E1-ED4BC78A482E}" type="presParOf" srcId="{6D4B48E6-C504-46DC-A043-5350E9FE9274}" destId="{686C092F-DB28-48CA-A5A4-350EE597D41B}" srcOrd="9" destOrd="0" presId="urn:microsoft.com/office/officeart/2018/5/layout/IconCircleLabelList"/>
    <dgm:cxn modelId="{93111DB2-F955-4160-9B12-1F4FD75C427B}" type="presParOf" srcId="{6D4B48E6-C504-46DC-A043-5350E9FE9274}" destId="{E910A67D-04AC-497F-8953-ED08C031A18E}" srcOrd="10" destOrd="0" presId="urn:microsoft.com/office/officeart/2018/5/layout/IconCircleLabelList"/>
    <dgm:cxn modelId="{6CAC34B4-4057-4D10-A47B-13ADF90105EA}" type="presParOf" srcId="{E910A67D-04AC-497F-8953-ED08C031A18E}" destId="{9E007739-A3E3-4DCD-B835-0C45687BB548}" srcOrd="0" destOrd="0" presId="urn:microsoft.com/office/officeart/2018/5/layout/IconCircleLabelList"/>
    <dgm:cxn modelId="{08940523-6135-4B74-B3C3-5CA333B0B8EB}" type="presParOf" srcId="{E910A67D-04AC-497F-8953-ED08C031A18E}" destId="{55898C69-BFD6-459C-B248-45040943F630}" srcOrd="1" destOrd="0" presId="urn:microsoft.com/office/officeart/2018/5/layout/IconCircleLabelList"/>
    <dgm:cxn modelId="{C28BE743-B3A8-4186-9207-4671153FE9FA}" type="presParOf" srcId="{E910A67D-04AC-497F-8953-ED08C031A18E}" destId="{321B2C8B-6823-4AFC-9673-F70D83D294C9}" srcOrd="2" destOrd="0" presId="urn:microsoft.com/office/officeart/2018/5/layout/IconCircleLabelList"/>
    <dgm:cxn modelId="{655D25ED-4698-4890-ABBC-8AF11A728185}" type="presParOf" srcId="{E910A67D-04AC-497F-8953-ED08C031A18E}" destId="{F39F7107-B4FF-4F78-A84D-791B2E079B68}" srcOrd="3" destOrd="0" presId="urn:microsoft.com/office/officeart/2018/5/layout/IconCircleLabelList"/>
    <dgm:cxn modelId="{E7202F15-2D30-49B4-A68D-C3241D455D7E}" type="presParOf" srcId="{6D4B48E6-C504-46DC-A043-5350E9FE9274}" destId="{4FA8E3F4-51C7-470B-BFC6-453469DDA1A9}" srcOrd="11" destOrd="0" presId="urn:microsoft.com/office/officeart/2018/5/layout/IconCircleLabelList"/>
    <dgm:cxn modelId="{C2EFAF39-F71A-45A4-9140-B5E390E610F3}" type="presParOf" srcId="{6D4B48E6-C504-46DC-A043-5350E9FE9274}" destId="{4E90C773-8028-403C-B154-60899C95CAB2}" srcOrd="12" destOrd="0" presId="urn:microsoft.com/office/officeart/2018/5/layout/IconCircleLabelList"/>
    <dgm:cxn modelId="{50FACD0B-5EED-4893-8CFF-B432791E0940}" type="presParOf" srcId="{4E90C773-8028-403C-B154-60899C95CAB2}" destId="{1A1D5C7E-7CFA-40E9-8443-53309FB04163}" srcOrd="0" destOrd="0" presId="urn:microsoft.com/office/officeart/2018/5/layout/IconCircleLabelList"/>
    <dgm:cxn modelId="{2C106880-5B0A-4E50-82C0-C95B8DC3ABDF}" type="presParOf" srcId="{4E90C773-8028-403C-B154-60899C95CAB2}" destId="{F0F9DD6F-F601-41FD-9D2E-BF65919C1477}" srcOrd="1" destOrd="0" presId="urn:microsoft.com/office/officeart/2018/5/layout/IconCircleLabelList"/>
    <dgm:cxn modelId="{FC4D05FC-A706-4057-93E5-B38F2E23AAC1}" type="presParOf" srcId="{4E90C773-8028-403C-B154-60899C95CAB2}" destId="{2C79A1D3-DCFC-4EA1-9FFB-009D3BBBDCE0}" srcOrd="2" destOrd="0" presId="urn:microsoft.com/office/officeart/2018/5/layout/IconCircleLabelList"/>
    <dgm:cxn modelId="{B7C1A494-015D-46C8-9F20-54C66B36A885}" type="presParOf" srcId="{4E90C773-8028-403C-B154-60899C95CAB2}" destId="{7FC628F1-044F-4E6D-91C6-AF7DEAF1D35E}" srcOrd="3" destOrd="0" presId="urn:microsoft.com/office/officeart/2018/5/layout/IconCircleLabelList"/>
    <dgm:cxn modelId="{E558D5E0-045E-4335-89F6-F87801A4FA29}" type="presParOf" srcId="{6D4B48E6-C504-46DC-A043-5350E9FE9274}" destId="{E6EB8CDF-DA11-4F59-B05E-A952BC91480B}" srcOrd="13" destOrd="0" presId="urn:microsoft.com/office/officeart/2018/5/layout/IconCircleLabelList"/>
    <dgm:cxn modelId="{417C079D-0B43-4629-B439-A60EC8275843}" type="presParOf" srcId="{6D4B48E6-C504-46DC-A043-5350E9FE9274}" destId="{62C493E4-2B2C-4061-893D-19ADBC7D94C3}" srcOrd="14" destOrd="0" presId="urn:microsoft.com/office/officeart/2018/5/layout/IconCircleLabelList"/>
    <dgm:cxn modelId="{1527A40B-20C4-482A-A662-9CAB63561A43}" type="presParOf" srcId="{62C493E4-2B2C-4061-893D-19ADBC7D94C3}" destId="{08988C6A-103A-48CC-962F-689C1083B8A6}" srcOrd="0" destOrd="0" presId="urn:microsoft.com/office/officeart/2018/5/layout/IconCircleLabelList"/>
    <dgm:cxn modelId="{AFE6E546-DF98-45BC-89E2-3F97700AF574}" type="presParOf" srcId="{62C493E4-2B2C-4061-893D-19ADBC7D94C3}" destId="{99170F12-A74D-478E-958F-0375B804FF11}" srcOrd="1" destOrd="0" presId="urn:microsoft.com/office/officeart/2018/5/layout/IconCircleLabelList"/>
    <dgm:cxn modelId="{ED52E6C9-FCB6-4AD2-860A-AF58199A42B9}" type="presParOf" srcId="{62C493E4-2B2C-4061-893D-19ADBC7D94C3}" destId="{4DEF28AA-C4B9-4DC7-9E5F-50C32BE0CE9E}" srcOrd="2" destOrd="0" presId="urn:microsoft.com/office/officeart/2018/5/layout/IconCircleLabelList"/>
    <dgm:cxn modelId="{9D06B307-6714-402B-AFDB-EADA58290701}" type="presParOf" srcId="{62C493E4-2B2C-4061-893D-19ADBC7D94C3}" destId="{B56AE929-4E35-49B9-97F2-9301DF75994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C5EBF2-428B-4859-9B63-76E99BCF6EB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81B96C0-109D-488A-938B-326E332C03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 | CMS-Based | Spring Config Server</a:t>
          </a:r>
        </a:p>
      </dgm:t>
    </dgm:pt>
    <dgm:pt modelId="{19FAB6D1-1D7D-46B7-A6FB-E155E0422E03}" type="parTrans" cxnId="{B95408D2-71BB-45B5-B664-C78B1D9DF893}">
      <dgm:prSet/>
      <dgm:spPr/>
      <dgm:t>
        <a:bodyPr/>
        <a:lstStyle/>
        <a:p>
          <a:endParaRPr lang="en-US"/>
        </a:p>
      </dgm:t>
    </dgm:pt>
    <dgm:pt modelId="{7E80D169-B74F-4ED4-8288-3A83DB8C5C6E}" type="sibTrans" cxnId="{B95408D2-71BB-45B5-B664-C78B1D9DF8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2D0F29-B9F7-4C5A-B1C3-E5C34B7B59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Update latency | ~1 hr | Seconds</a:t>
          </a:r>
        </a:p>
      </dgm:t>
    </dgm:pt>
    <dgm:pt modelId="{B47D8019-73FB-4CB9-9375-824CA0978F89}" type="parTrans" cxnId="{E55521C1-13B5-41E1-950D-48A02B47CBFF}">
      <dgm:prSet/>
      <dgm:spPr/>
      <dgm:t>
        <a:bodyPr/>
        <a:lstStyle/>
        <a:p>
          <a:endParaRPr lang="en-US"/>
        </a:p>
      </dgm:t>
    </dgm:pt>
    <dgm:pt modelId="{A780B37D-775F-415C-A66A-882F47666D67}" type="sibTrans" cxnId="{E55521C1-13B5-41E1-950D-48A02B47CB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73D7E9-B9E6-460B-AD66-B3D2962DE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Version control | None | Git-based</a:t>
          </a:r>
        </a:p>
      </dgm:t>
    </dgm:pt>
    <dgm:pt modelId="{21450939-F760-44E8-91E3-23191C6065DD}" type="parTrans" cxnId="{AE349804-C445-4A2D-893E-A4AB26D542F7}">
      <dgm:prSet/>
      <dgm:spPr/>
      <dgm:t>
        <a:bodyPr/>
        <a:lstStyle/>
        <a:p>
          <a:endParaRPr lang="en-US"/>
        </a:p>
      </dgm:t>
    </dgm:pt>
    <dgm:pt modelId="{35165E67-6B93-4635-9B3E-FAFDF22CA29F}" type="sibTrans" cxnId="{AE349804-C445-4A2D-893E-A4AB26D542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50CAE4-467A-400D-8EF7-0AF8DA81E5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Editing | Locked | Concurrent</a:t>
          </a:r>
        </a:p>
      </dgm:t>
    </dgm:pt>
    <dgm:pt modelId="{94AB5D19-090D-408B-B9F3-F2A8DD8A75B4}" type="parTrans" cxnId="{8A66041D-A8F6-41D3-B040-D5A146FC3B93}">
      <dgm:prSet/>
      <dgm:spPr/>
      <dgm:t>
        <a:bodyPr/>
        <a:lstStyle/>
        <a:p>
          <a:endParaRPr lang="en-US"/>
        </a:p>
      </dgm:t>
    </dgm:pt>
    <dgm:pt modelId="{67B901F5-4201-4C7E-B55A-C2228EC5136D}" type="sibTrans" cxnId="{8A66041D-A8F6-41D3-B040-D5A146FC3B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28317B-35C3-4F75-BB13-029F12BA7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Rollback | Manual | Git revert</a:t>
          </a:r>
        </a:p>
      </dgm:t>
    </dgm:pt>
    <dgm:pt modelId="{6F28A731-2629-4C15-A317-78F997949C5A}" type="parTrans" cxnId="{1A4789B1-9FBC-465B-890E-E5328FC19ABD}">
      <dgm:prSet/>
      <dgm:spPr/>
      <dgm:t>
        <a:bodyPr/>
        <a:lstStyle/>
        <a:p>
          <a:endParaRPr lang="en-US"/>
        </a:p>
      </dgm:t>
    </dgm:pt>
    <dgm:pt modelId="{9D5BB9FB-BCA1-4E99-AD76-458C0B34F8C1}" type="sibTrans" cxnId="{1A4789B1-9FBC-465B-890E-E5328FC19A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DF13F4-E994-4B1F-B548-B07DA6D407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CI/CD | Limited | Fully automated</a:t>
          </a:r>
        </a:p>
      </dgm:t>
    </dgm:pt>
    <dgm:pt modelId="{D8747C8A-3016-43BB-AE93-150432E90220}" type="parTrans" cxnId="{0231E5DF-3FE4-485B-B4C8-A2A52131C217}">
      <dgm:prSet/>
      <dgm:spPr/>
      <dgm:t>
        <a:bodyPr/>
        <a:lstStyle/>
        <a:p>
          <a:endParaRPr lang="en-US"/>
        </a:p>
      </dgm:t>
    </dgm:pt>
    <dgm:pt modelId="{E52D18BD-C5B5-4C79-B21E-4B0323043D19}" type="sibTrans" cxnId="{0231E5DF-3FE4-485B-B4C8-A2A52131C2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793A43-5879-480E-AB9D-8A345D51AD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Secrets | Manual | Vault-integrated</a:t>
          </a:r>
        </a:p>
      </dgm:t>
    </dgm:pt>
    <dgm:pt modelId="{200B55E6-B5AF-4C3E-A30E-154E8B350559}" type="parTrans" cxnId="{BBB0BE50-BD91-4829-AD61-556CDDEBA83E}">
      <dgm:prSet/>
      <dgm:spPr/>
      <dgm:t>
        <a:bodyPr/>
        <a:lstStyle/>
        <a:p>
          <a:endParaRPr lang="en-US"/>
        </a:p>
      </dgm:t>
    </dgm:pt>
    <dgm:pt modelId="{43C7687B-97E8-4712-A130-70B9B787A39D}" type="sibTrans" cxnId="{BBB0BE50-BD91-4829-AD61-556CDDEBA83E}">
      <dgm:prSet/>
      <dgm:spPr/>
      <dgm:t>
        <a:bodyPr/>
        <a:lstStyle/>
        <a:p>
          <a:endParaRPr lang="en-US"/>
        </a:p>
      </dgm:t>
    </dgm:pt>
    <dgm:pt modelId="{268EED4E-4BCA-45AF-B79A-5F5540B08660}" type="pres">
      <dgm:prSet presAssocID="{26C5EBF2-428B-4859-9B63-76E99BCF6EB1}" presName="root" presStyleCnt="0">
        <dgm:presLayoutVars>
          <dgm:dir/>
          <dgm:resizeHandles val="exact"/>
        </dgm:presLayoutVars>
      </dgm:prSet>
      <dgm:spPr/>
    </dgm:pt>
    <dgm:pt modelId="{21666580-68D9-42D7-849C-8D7246163E88}" type="pres">
      <dgm:prSet presAssocID="{26C5EBF2-428B-4859-9B63-76E99BCF6EB1}" presName="container" presStyleCnt="0">
        <dgm:presLayoutVars>
          <dgm:dir/>
          <dgm:resizeHandles val="exact"/>
        </dgm:presLayoutVars>
      </dgm:prSet>
      <dgm:spPr/>
    </dgm:pt>
    <dgm:pt modelId="{78EFDC73-5623-4F87-AE20-CD7FB1485895}" type="pres">
      <dgm:prSet presAssocID="{381B96C0-109D-488A-938B-326E332C035D}" presName="compNode" presStyleCnt="0"/>
      <dgm:spPr/>
    </dgm:pt>
    <dgm:pt modelId="{95CD6725-765A-44DF-BE9A-202590F9CB3C}" type="pres">
      <dgm:prSet presAssocID="{381B96C0-109D-488A-938B-326E332C035D}" presName="iconBgRect" presStyleLbl="bgShp" presStyleIdx="0" presStyleCnt="7"/>
      <dgm:spPr/>
    </dgm:pt>
    <dgm:pt modelId="{599F2845-56CB-4D84-AFF6-8FB0FFF1B9DF}" type="pres">
      <dgm:prSet presAssocID="{381B96C0-109D-488A-938B-326E332C035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8647DF-F0A3-4BE2-B0CA-7B14F03DEE60}" type="pres">
      <dgm:prSet presAssocID="{381B96C0-109D-488A-938B-326E332C035D}" presName="spaceRect" presStyleCnt="0"/>
      <dgm:spPr/>
    </dgm:pt>
    <dgm:pt modelId="{01334877-DC06-49AA-A5BF-4296C3470A16}" type="pres">
      <dgm:prSet presAssocID="{381B96C0-109D-488A-938B-326E332C035D}" presName="textRect" presStyleLbl="revTx" presStyleIdx="0" presStyleCnt="7">
        <dgm:presLayoutVars>
          <dgm:chMax val="1"/>
          <dgm:chPref val="1"/>
        </dgm:presLayoutVars>
      </dgm:prSet>
      <dgm:spPr/>
    </dgm:pt>
    <dgm:pt modelId="{2630248C-D201-4C6A-B3B5-BF97AE4DC3D5}" type="pres">
      <dgm:prSet presAssocID="{7E80D169-B74F-4ED4-8288-3A83DB8C5C6E}" presName="sibTrans" presStyleLbl="sibTrans2D1" presStyleIdx="0" presStyleCnt="0"/>
      <dgm:spPr/>
    </dgm:pt>
    <dgm:pt modelId="{B098DB0D-459A-4FA0-BCE7-DF52AAB01874}" type="pres">
      <dgm:prSet presAssocID="{7B2D0F29-B9F7-4C5A-B1C3-E5C34B7B597D}" presName="compNode" presStyleCnt="0"/>
      <dgm:spPr/>
    </dgm:pt>
    <dgm:pt modelId="{CD150D24-E768-4829-9B13-CA7215005A3A}" type="pres">
      <dgm:prSet presAssocID="{7B2D0F29-B9F7-4C5A-B1C3-E5C34B7B597D}" presName="iconBgRect" presStyleLbl="bgShp" presStyleIdx="1" presStyleCnt="7"/>
      <dgm:spPr/>
    </dgm:pt>
    <dgm:pt modelId="{8FE3F6CF-C031-46F6-B57C-A35575011076}" type="pres">
      <dgm:prSet presAssocID="{7B2D0F29-B9F7-4C5A-B1C3-E5C34B7B597D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6B95DE0-416C-4125-B0A8-CBFFF9F4645C}" type="pres">
      <dgm:prSet presAssocID="{7B2D0F29-B9F7-4C5A-B1C3-E5C34B7B597D}" presName="spaceRect" presStyleCnt="0"/>
      <dgm:spPr/>
    </dgm:pt>
    <dgm:pt modelId="{D12E38D0-93B8-4140-90BF-C458512990E2}" type="pres">
      <dgm:prSet presAssocID="{7B2D0F29-B9F7-4C5A-B1C3-E5C34B7B597D}" presName="textRect" presStyleLbl="revTx" presStyleIdx="1" presStyleCnt="7">
        <dgm:presLayoutVars>
          <dgm:chMax val="1"/>
          <dgm:chPref val="1"/>
        </dgm:presLayoutVars>
      </dgm:prSet>
      <dgm:spPr/>
    </dgm:pt>
    <dgm:pt modelId="{F391F531-FBD4-4604-843C-A7D79DDA729F}" type="pres">
      <dgm:prSet presAssocID="{A780B37D-775F-415C-A66A-882F47666D67}" presName="sibTrans" presStyleLbl="sibTrans2D1" presStyleIdx="0" presStyleCnt="0"/>
      <dgm:spPr/>
    </dgm:pt>
    <dgm:pt modelId="{2DE57568-68FD-4DC8-A15E-377029B630E1}" type="pres">
      <dgm:prSet presAssocID="{1973D7E9-B9E6-460B-AD66-B3D2962DEF39}" presName="compNode" presStyleCnt="0"/>
      <dgm:spPr/>
    </dgm:pt>
    <dgm:pt modelId="{56211DFE-A077-4CA1-A472-41378169E671}" type="pres">
      <dgm:prSet presAssocID="{1973D7E9-B9E6-460B-AD66-B3D2962DEF39}" presName="iconBgRect" presStyleLbl="bgShp" presStyleIdx="2" presStyleCnt="7"/>
      <dgm:spPr/>
    </dgm:pt>
    <dgm:pt modelId="{48D994F9-823F-4148-B806-0EA8545A745B}" type="pres">
      <dgm:prSet presAssocID="{1973D7E9-B9E6-460B-AD66-B3D2962DEF3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DD8DE82-120E-40C5-907F-E28E3F86C4A8}" type="pres">
      <dgm:prSet presAssocID="{1973D7E9-B9E6-460B-AD66-B3D2962DEF39}" presName="spaceRect" presStyleCnt="0"/>
      <dgm:spPr/>
    </dgm:pt>
    <dgm:pt modelId="{90BD5E3C-6996-43E1-A985-560C4128DB07}" type="pres">
      <dgm:prSet presAssocID="{1973D7E9-B9E6-460B-AD66-B3D2962DEF39}" presName="textRect" presStyleLbl="revTx" presStyleIdx="2" presStyleCnt="7">
        <dgm:presLayoutVars>
          <dgm:chMax val="1"/>
          <dgm:chPref val="1"/>
        </dgm:presLayoutVars>
      </dgm:prSet>
      <dgm:spPr/>
    </dgm:pt>
    <dgm:pt modelId="{0AB4A3BC-4C5C-443D-87A9-D2B93A4CAA4D}" type="pres">
      <dgm:prSet presAssocID="{35165E67-6B93-4635-9B3E-FAFDF22CA29F}" presName="sibTrans" presStyleLbl="sibTrans2D1" presStyleIdx="0" presStyleCnt="0"/>
      <dgm:spPr/>
    </dgm:pt>
    <dgm:pt modelId="{E58154CF-5EED-49CD-9286-1DA2205421F3}" type="pres">
      <dgm:prSet presAssocID="{C750CAE4-467A-400D-8EF7-0AF8DA81E52A}" presName="compNode" presStyleCnt="0"/>
      <dgm:spPr/>
    </dgm:pt>
    <dgm:pt modelId="{EB3C4BE3-398F-4EF8-B153-EE70CB5FBB08}" type="pres">
      <dgm:prSet presAssocID="{C750CAE4-467A-400D-8EF7-0AF8DA81E52A}" presName="iconBgRect" presStyleLbl="bgShp" presStyleIdx="3" presStyleCnt="7"/>
      <dgm:spPr/>
    </dgm:pt>
    <dgm:pt modelId="{EB1D9523-D95D-4882-87E4-C44E4374ED7E}" type="pres">
      <dgm:prSet presAssocID="{C750CAE4-467A-400D-8EF7-0AF8DA81E52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27F608A-6D0A-4596-8FDF-936783A44B8B}" type="pres">
      <dgm:prSet presAssocID="{C750CAE4-467A-400D-8EF7-0AF8DA81E52A}" presName="spaceRect" presStyleCnt="0"/>
      <dgm:spPr/>
    </dgm:pt>
    <dgm:pt modelId="{719D13BE-A0CD-4409-AC23-280BB594C7F5}" type="pres">
      <dgm:prSet presAssocID="{C750CAE4-467A-400D-8EF7-0AF8DA81E52A}" presName="textRect" presStyleLbl="revTx" presStyleIdx="3" presStyleCnt="7">
        <dgm:presLayoutVars>
          <dgm:chMax val="1"/>
          <dgm:chPref val="1"/>
        </dgm:presLayoutVars>
      </dgm:prSet>
      <dgm:spPr/>
    </dgm:pt>
    <dgm:pt modelId="{1A42D016-5FA7-46E9-9E29-0D3F042C6718}" type="pres">
      <dgm:prSet presAssocID="{67B901F5-4201-4C7E-B55A-C2228EC5136D}" presName="sibTrans" presStyleLbl="sibTrans2D1" presStyleIdx="0" presStyleCnt="0"/>
      <dgm:spPr/>
    </dgm:pt>
    <dgm:pt modelId="{52B8CFF7-3507-473D-A07F-B9A3FEBB0F39}" type="pres">
      <dgm:prSet presAssocID="{C628317B-35C3-4F75-BB13-029F12BA71FE}" presName="compNode" presStyleCnt="0"/>
      <dgm:spPr/>
    </dgm:pt>
    <dgm:pt modelId="{37702C86-0D23-4437-B398-461F47A68745}" type="pres">
      <dgm:prSet presAssocID="{C628317B-35C3-4F75-BB13-029F12BA71FE}" presName="iconBgRect" presStyleLbl="bgShp" presStyleIdx="4" presStyleCnt="7"/>
      <dgm:spPr/>
    </dgm:pt>
    <dgm:pt modelId="{BAD3FFEB-8128-4CB9-9C05-5DC6D892AFF0}" type="pres">
      <dgm:prSet presAssocID="{C628317B-35C3-4F75-BB13-029F12BA71F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ADDB8F-7215-4A5C-9EFC-88539CE9F6BD}" type="pres">
      <dgm:prSet presAssocID="{C628317B-35C3-4F75-BB13-029F12BA71FE}" presName="spaceRect" presStyleCnt="0"/>
      <dgm:spPr/>
    </dgm:pt>
    <dgm:pt modelId="{62BF9C90-6632-458C-8766-B75F6B165BB1}" type="pres">
      <dgm:prSet presAssocID="{C628317B-35C3-4F75-BB13-029F12BA71FE}" presName="textRect" presStyleLbl="revTx" presStyleIdx="4" presStyleCnt="7">
        <dgm:presLayoutVars>
          <dgm:chMax val="1"/>
          <dgm:chPref val="1"/>
        </dgm:presLayoutVars>
      </dgm:prSet>
      <dgm:spPr/>
    </dgm:pt>
    <dgm:pt modelId="{0AF81924-83D7-402A-BB13-2818C4EB65FF}" type="pres">
      <dgm:prSet presAssocID="{9D5BB9FB-BCA1-4E99-AD76-458C0B34F8C1}" presName="sibTrans" presStyleLbl="sibTrans2D1" presStyleIdx="0" presStyleCnt="0"/>
      <dgm:spPr/>
    </dgm:pt>
    <dgm:pt modelId="{4A83186A-D89E-4FF7-814B-CAF985E6A67A}" type="pres">
      <dgm:prSet presAssocID="{BBDF13F4-E994-4B1F-B548-B07DA6D40796}" presName="compNode" presStyleCnt="0"/>
      <dgm:spPr/>
    </dgm:pt>
    <dgm:pt modelId="{7171CFDC-31CD-4993-BD02-033BBFC0AC54}" type="pres">
      <dgm:prSet presAssocID="{BBDF13F4-E994-4B1F-B548-B07DA6D40796}" presName="iconBgRect" presStyleLbl="bgShp" presStyleIdx="5" presStyleCnt="7"/>
      <dgm:spPr/>
    </dgm:pt>
    <dgm:pt modelId="{33A9C1B6-6418-4642-A0C6-F9D24F54A842}" type="pres">
      <dgm:prSet presAssocID="{BBDF13F4-E994-4B1F-B548-B07DA6D4079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CC8374D-A461-4CEE-8029-98792472F51F}" type="pres">
      <dgm:prSet presAssocID="{BBDF13F4-E994-4B1F-B548-B07DA6D40796}" presName="spaceRect" presStyleCnt="0"/>
      <dgm:spPr/>
    </dgm:pt>
    <dgm:pt modelId="{4ED388B7-EAB0-4D6D-BB68-496E9F8CA137}" type="pres">
      <dgm:prSet presAssocID="{BBDF13F4-E994-4B1F-B548-B07DA6D40796}" presName="textRect" presStyleLbl="revTx" presStyleIdx="5" presStyleCnt="7">
        <dgm:presLayoutVars>
          <dgm:chMax val="1"/>
          <dgm:chPref val="1"/>
        </dgm:presLayoutVars>
      </dgm:prSet>
      <dgm:spPr/>
    </dgm:pt>
    <dgm:pt modelId="{5A92B826-BC59-4981-8E8E-3D5321C4AA39}" type="pres">
      <dgm:prSet presAssocID="{E52D18BD-C5B5-4C79-B21E-4B0323043D19}" presName="sibTrans" presStyleLbl="sibTrans2D1" presStyleIdx="0" presStyleCnt="0"/>
      <dgm:spPr/>
    </dgm:pt>
    <dgm:pt modelId="{CFFE64A5-391E-4CD1-AF52-62D591DC6226}" type="pres">
      <dgm:prSet presAssocID="{F3793A43-5879-480E-AB9D-8A345D51AD58}" presName="compNode" presStyleCnt="0"/>
      <dgm:spPr/>
    </dgm:pt>
    <dgm:pt modelId="{2B909973-8335-4647-9C89-EA54C608BD9F}" type="pres">
      <dgm:prSet presAssocID="{F3793A43-5879-480E-AB9D-8A345D51AD58}" presName="iconBgRect" presStyleLbl="bgShp" presStyleIdx="6" presStyleCnt="7"/>
      <dgm:spPr/>
    </dgm:pt>
    <dgm:pt modelId="{36B3A02F-8A53-48CF-80D0-69DC55199222}" type="pres">
      <dgm:prSet presAssocID="{F3793A43-5879-480E-AB9D-8A345D51AD5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A4006385-437F-479D-9445-F1037769056E}" type="pres">
      <dgm:prSet presAssocID="{F3793A43-5879-480E-AB9D-8A345D51AD58}" presName="spaceRect" presStyleCnt="0"/>
      <dgm:spPr/>
    </dgm:pt>
    <dgm:pt modelId="{C58E99B7-3442-4C8F-A5B6-1A2964EA7FDE}" type="pres">
      <dgm:prSet presAssocID="{F3793A43-5879-480E-AB9D-8A345D51AD5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AE349804-C445-4A2D-893E-A4AB26D542F7}" srcId="{26C5EBF2-428B-4859-9B63-76E99BCF6EB1}" destId="{1973D7E9-B9E6-460B-AD66-B3D2962DEF39}" srcOrd="2" destOrd="0" parTransId="{21450939-F760-44E8-91E3-23191C6065DD}" sibTransId="{35165E67-6B93-4635-9B3E-FAFDF22CA29F}"/>
    <dgm:cxn modelId="{C1705408-BE9C-4BE5-9164-6227EF2336F8}" type="presOf" srcId="{7B2D0F29-B9F7-4C5A-B1C3-E5C34B7B597D}" destId="{D12E38D0-93B8-4140-90BF-C458512990E2}" srcOrd="0" destOrd="0" presId="urn:microsoft.com/office/officeart/2018/2/layout/IconCircleList"/>
    <dgm:cxn modelId="{E85FB914-332B-4B1A-805C-46D07BEFB91F}" type="presOf" srcId="{7E80D169-B74F-4ED4-8288-3A83DB8C5C6E}" destId="{2630248C-D201-4C6A-B3B5-BF97AE4DC3D5}" srcOrd="0" destOrd="0" presId="urn:microsoft.com/office/officeart/2018/2/layout/IconCircleList"/>
    <dgm:cxn modelId="{8A66041D-A8F6-41D3-B040-D5A146FC3B93}" srcId="{26C5EBF2-428B-4859-9B63-76E99BCF6EB1}" destId="{C750CAE4-467A-400D-8EF7-0AF8DA81E52A}" srcOrd="3" destOrd="0" parTransId="{94AB5D19-090D-408B-B9F3-F2A8DD8A75B4}" sibTransId="{67B901F5-4201-4C7E-B55A-C2228EC5136D}"/>
    <dgm:cxn modelId="{093CFB30-4ED5-47E6-BDDE-E05BD61EB70E}" type="presOf" srcId="{1973D7E9-B9E6-460B-AD66-B3D2962DEF39}" destId="{90BD5E3C-6996-43E1-A985-560C4128DB07}" srcOrd="0" destOrd="0" presId="urn:microsoft.com/office/officeart/2018/2/layout/IconCircleList"/>
    <dgm:cxn modelId="{46123E65-FC55-46A0-87E9-3AD0DC22E53A}" type="presOf" srcId="{35165E67-6B93-4635-9B3E-FAFDF22CA29F}" destId="{0AB4A3BC-4C5C-443D-87A9-D2B93A4CAA4D}" srcOrd="0" destOrd="0" presId="urn:microsoft.com/office/officeart/2018/2/layout/IconCircleList"/>
    <dgm:cxn modelId="{BBB0BE50-BD91-4829-AD61-556CDDEBA83E}" srcId="{26C5EBF2-428B-4859-9B63-76E99BCF6EB1}" destId="{F3793A43-5879-480E-AB9D-8A345D51AD58}" srcOrd="6" destOrd="0" parTransId="{200B55E6-B5AF-4C3E-A30E-154E8B350559}" sibTransId="{43C7687B-97E8-4712-A130-70B9B787A39D}"/>
    <dgm:cxn modelId="{92AA5B77-7F84-41D2-8226-D3BE28DC4572}" type="presOf" srcId="{BBDF13F4-E994-4B1F-B548-B07DA6D40796}" destId="{4ED388B7-EAB0-4D6D-BB68-496E9F8CA137}" srcOrd="0" destOrd="0" presId="urn:microsoft.com/office/officeart/2018/2/layout/IconCircleList"/>
    <dgm:cxn modelId="{4E63D180-70F8-4AF1-A34F-54F0C73DAB7C}" type="presOf" srcId="{67B901F5-4201-4C7E-B55A-C2228EC5136D}" destId="{1A42D016-5FA7-46E9-9E29-0D3F042C6718}" srcOrd="0" destOrd="0" presId="urn:microsoft.com/office/officeart/2018/2/layout/IconCircleList"/>
    <dgm:cxn modelId="{5E8C3085-7BD1-44ED-832E-45F273B17E71}" type="presOf" srcId="{381B96C0-109D-488A-938B-326E332C035D}" destId="{01334877-DC06-49AA-A5BF-4296C3470A16}" srcOrd="0" destOrd="0" presId="urn:microsoft.com/office/officeart/2018/2/layout/IconCircleList"/>
    <dgm:cxn modelId="{C52B5888-4A01-4A17-8604-11D10E535793}" type="presOf" srcId="{9D5BB9FB-BCA1-4E99-AD76-458C0B34F8C1}" destId="{0AF81924-83D7-402A-BB13-2818C4EB65FF}" srcOrd="0" destOrd="0" presId="urn:microsoft.com/office/officeart/2018/2/layout/IconCircleList"/>
    <dgm:cxn modelId="{CE149091-C12A-4682-A7F7-CBF5A578E9C2}" type="presOf" srcId="{A780B37D-775F-415C-A66A-882F47666D67}" destId="{F391F531-FBD4-4604-843C-A7D79DDA729F}" srcOrd="0" destOrd="0" presId="urn:microsoft.com/office/officeart/2018/2/layout/IconCircleList"/>
    <dgm:cxn modelId="{9D973AA6-216B-45CD-BB99-F8920EAF0267}" type="presOf" srcId="{C750CAE4-467A-400D-8EF7-0AF8DA81E52A}" destId="{719D13BE-A0CD-4409-AC23-280BB594C7F5}" srcOrd="0" destOrd="0" presId="urn:microsoft.com/office/officeart/2018/2/layout/IconCircleList"/>
    <dgm:cxn modelId="{1A4789B1-9FBC-465B-890E-E5328FC19ABD}" srcId="{26C5EBF2-428B-4859-9B63-76E99BCF6EB1}" destId="{C628317B-35C3-4F75-BB13-029F12BA71FE}" srcOrd="4" destOrd="0" parTransId="{6F28A731-2629-4C15-A317-78F997949C5A}" sibTransId="{9D5BB9FB-BCA1-4E99-AD76-458C0B34F8C1}"/>
    <dgm:cxn modelId="{E55521C1-13B5-41E1-950D-48A02B47CBFF}" srcId="{26C5EBF2-428B-4859-9B63-76E99BCF6EB1}" destId="{7B2D0F29-B9F7-4C5A-B1C3-E5C34B7B597D}" srcOrd="1" destOrd="0" parTransId="{B47D8019-73FB-4CB9-9375-824CA0978F89}" sibTransId="{A780B37D-775F-415C-A66A-882F47666D67}"/>
    <dgm:cxn modelId="{B95408D2-71BB-45B5-B664-C78B1D9DF893}" srcId="{26C5EBF2-428B-4859-9B63-76E99BCF6EB1}" destId="{381B96C0-109D-488A-938B-326E332C035D}" srcOrd="0" destOrd="0" parTransId="{19FAB6D1-1D7D-46B7-A6FB-E155E0422E03}" sibTransId="{7E80D169-B74F-4ED4-8288-3A83DB8C5C6E}"/>
    <dgm:cxn modelId="{0231E5DF-3FE4-485B-B4C8-A2A52131C217}" srcId="{26C5EBF2-428B-4859-9B63-76E99BCF6EB1}" destId="{BBDF13F4-E994-4B1F-B548-B07DA6D40796}" srcOrd="5" destOrd="0" parTransId="{D8747C8A-3016-43BB-AE93-150432E90220}" sibTransId="{E52D18BD-C5B5-4C79-B21E-4B0323043D19}"/>
    <dgm:cxn modelId="{198929E0-E0A7-4CBE-97A5-0C729F3DB6D7}" type="presOf" srcId="{26C5EBF2-428B-4859-9B63-76E99BCF6EB1}" destId="{268EED4E-4BCA-45AF-B79A-5F5540B08660}" srcOrd="0" destOrd="0" presId="urn:microsoft.com/office/officeart/2018/2/layout/IconCircleList"/>
    <dgm:cxn modelId="{C553A2EC-D728-4C7B-A172-393A6788EBAA}" type="presOf" srcId="{F3793A43-5879-480E-AB9D-8A345D51AD58}" destId="{C58E99B7-3442-4C8F-A5B6-1A2964EA7FDE}" srcOrd="0" destOrd="0" presId="urn:microsoft.com/office/officeart/2018/2/layout/IconCircleList"/>
    <dgm:cxn modelId="{1C34E1F8-B5CC-4DAF-9B54-46D060C8910E}" type="presOf" srcId="{C628317B-35C3-4F75-BB13-029F12BA71FE}" destId="{62BF9C90-6632-458C-8766-B75F6B165BB1}" srcOrd="0" destOrd="0" presId="urn:microsoft.com/office/officeart/2018/2/layout/IconCircleList"/>
    <dgm:cxn modelId="{F4BC34FA-3C3E-402B-9905-5C0F3EC6FB13}" type="presOf" srcId="{E52D18BD-C5B5-4C79-B21E-4B0323043D19}" destId="{5A92B826-BC59-4981-8E8E-3D5321C4AA39}" srcOrd="0" destOrd="0" presId="urn:microsoft.com/office/officeart/2018/2/layout/IconCircleList"/>
    <dgm:cxn modelId="{6CD9BE65-BA47-4005-B2AB-C6923B6FC8FB}" type="presParOf" srcId="{268EED4E-4BCA-45AF-B79A-5F5540B08660}" destId="{21666580-68D9-42D7-849C-8D7246163E88}" srcOrd="0" destOrd="0" presId="urn:microsoft.com/office/officeart/2018/2/layout/IconCircleList"/>
    <dgm:cxn modelId="{E9DD6FDD-0716-47BB-AC2B-4CCD5360E68B}" type="presParOf" srcId="{21666580-68D9-42D7-849C-8D7246163E88}" destId="{78EFDC73-5623-4F87-AE20-CD7FB1485895}" srcOrd="0" destOrd="0" presId="urn:microsoft.com/office/officeart/2018/2/layout/IconCircleList"/>
    <dgm:cxn modelId="{F88EA859-4B4A-4138-865C-07D86D706EA6}" type="presParOf" srcId="{78EFDC73-5623-4F87-AE20-CD7FB1485895}" destId="{95CD6725-765A-44DF-BE9A-202590F9CB3C}" srcOrd="0" destOrd="0" presId="urn:microsoft.com/office/officeart/2018/2/layout/IconCircleList"/>
    <dgm:cxn modelId="{C1A9322A-0C5E-492C-BB40-53D31EB63480}" type="presParOf" srcId="{78EFDC73-5623-4F87-AE20-CD7FB1485895}" destId="{599F2845-56CB-4D84-AFF6-8FB0FFF1B9DF}" srcOrd="1" destOrd="0" presId="urn:microsoft.com/office/officeart/2018/2/layout/IconCircleList"/>
    <dgm:cxn modelId="{BF06707B-A65B-4268-995A-F60AD4F2CD0E}" type="presParOf" srcId="{78EFDC73-5623-4F87-AE20-CD7FB1485895}" destId="{B18647DF-F0A3-4BE2-B0CA-7B14F03DEE60}" srcOrd="2" destOrd="0" presId="urn:microsoft.com/office/officeart/2018/2/layout/IconCircleList"/>
    <dgm:cxn modelId="{3FC5D0D0-315D-4835-9978-E0BA708D4EFF}" type="presParOf" srcId="{78EFDC73-5623-4F87-AE20-CD7FB1485895}" destId="{01334877-DC06-49AA-A5BF-4296C3470A16}" srcOrd="3" destOrd="0" presId="urn:microsoft.com/office/officeart/2018/2/layout/IconCircleList"/>
    <dgm:cxn modelId="{F5D3BF42-3B8B-4501-8D31-9558E6E8D877}" type="presParOf" srcId="{21666580-68D9-42D7-849C-8D7246163E88}" destId="{2630248C-D201-4C6A-B3B5-BF97AE4DC3D5}" srcOrd="1" destOrd="0" presId="urn:microsoft.com/office/officeart/2018/2/layout/IconCircleList"/>
    <dgm:cxn modelId="{424C5711-8211-4DE2-916E-A6E999E9211A}" type="presParOf" srcId="{21666580-68D9-42D7-849C-8D7246163E88}" destId="{B098DB0D-459A-4FA0-BCE7-DF52AAB01874}" srcOrd="2" destOrd="0" presId="urn:microsoft.com/office/officeart/2018/2/layout/IconCircleList"/>
    <dgm:cxn modelId="{CEC6351E-5C49-45FC-AAA7-E850E222125C}" type="presParOf" srcId="{B098DB0D-459A-4FA0-BCE7-DF52AAB01874}" destId="{CD150D24-E768-4829-9B13-CA7215005A3A}" srcOrd="0" destOrd="0" presId="urn:microsoft.com/office/officeart/2018/2/layout/IconCircleList"/>
    <dgm:cxn modelId="{8478D70C-CACA-41FA-B1A7-F2B3A726FE74}" type="presParOf" srcId="{B098DB0D-459A-4FA0-BCE7-DF52AAB01874}" destId="{8FE3F6CF-C031-46F6-B57C-A35575011076}" srcOrd="1" destOrd="0" presId="urn:microsoft.com/office/officeart/2018/2/layout/IconCircleList"/>
    <dgm:cxn modelId="{7B138036-F420-49FA-B88C-AA9309C635DE}" type="presParOf" srcId="{B098DB0D-459A-4FA0-BCE7-DF52AAB01874}" destId="{E6B95DE0-416C-4125-B0A8-CBFFF9F4645C}" srcOrd="2" destOrd="0" presId="urn:microsoft.com/office/officeart/2018/2/layout/IconCircleList"/>
    <dgm:cxn modelId="{85982F61-CB2B-4B3F-99E0-97946C51E8C1}" type="presParOf" srcId="{B098DB0D-459A-4FA0-BCE7-DF52AAB01874}" destId="{D12E38D0-93B8-4140-90BF-C458512990E2}" srcOrd="3" destOrd="0" presId="urn:microsoft.com/office/officeart/2018/2/layout/IconCircleList"/>
    <dgm:cxn modelId="{E697360A-2FBB-48C2-9FF3-B8C8DFF8AECE}" type="presParOf" srcId="{21666580-68D9-42D7-849C-8D7246163E88}" destId="{F391F531-FBD4-4604-843C-A7D79DDA729F}" srcOrd="3" destOrd="0" presId="urn:microsoft.com/office/officeart/2018/2/layout/IconCircleList"/>
    <dgm:cxn modelId="{6AD174BA-798A-423E-927D-5EE6B7F96D83}" type="presParOf" srcId="{21666580-68D9-42D7-849C-8D7246163E88}" destId="{2DE57568-68FD-4DC8-A15E-377029B630E1}" srcOrd="4" destOrd="0" presId="urn:microsoft.com/office/officeart/2018/2/layout/IconCircleList"/>
    <dgm:cxn modelId="{BD8D6AA4-E829-4C71-BC74-D5A35C27246C}" type="presParOf" srcId="{2DE57568-68FD-4DC8-A15E-377029B630E1}" destId="{56211DFE-A077-4CA1-A472-41378169E671}" srcOrd="0" destOrd="0" presId="urn:microsoft.com/office/officeart/2018/2/layout/IconCircleList"/>
    <dgm:cxn modelId="{866D8D53-71B1-4CDB-B044-57A15E512FC9}" type="presParOf" srcId="{2DE57568-68FD-4DC8-A15E-377029B630E1}" destId="{48D994F9-823F-4148-B806-0EA8545A745B}" srcOrd="1" destOrd="0" presId="urn:microsoft.com/office/officeart/2018/2/layout/IconCircleList"/>
    <dgm:cxn modelId="{1076515C-78CF-443E-BDB3-4627D1521247}" type="presParOf" srcId="{2DE57568-68FD-4DC8-A15E-377029B630E1}" destId="{4DD8DE82-120E-40C5-907F-E28E3F86C4A8}" srcOrd="2" destOrd="0" presId="urn:microsoft.com/office/officeart/2018/2/layout/IconCircleList"/>
    <dgm:cxn modelId="{336F0863-108B-4272-A326-BA04B58F54AB}" type="presParOf" srcId="{2DE57568-68FD-4DC8-A15E-377029B630E1}" destId="{90BD5E3C-6996-43E1-A985-560C4128DB07}" srcOrd="3" destOrd="0" presId="urn:microsoft.com/office/officeart/2018/2/layout/IconCircleList"/>
    <dgm:cxn modelId="{913190F2-274E-4C8D-8CA3-9A398AA1AFD3}" type="presParOf" srcId="{21666580-68D9-42D7-849C-8D7246163E88}" destId="{0AB4A3BC-4C5C-443D-87A9-D2B93A4CAA4D}" srcOrd="5" destOrd="0" presId="urn:microsoft.com/office/officeart/2018/2/layout/IconCircleList"/>
    <dgm:cxn modelId="{6A4DBB62-6DB3-4491-9A16-34D193909F9C}" type="presParOf" srcId="{21666580-68D9-42D7-849C-8D7246163E88}" destId="{E58154CF-5EED-49CD-9286-1DA2205421F3}" srcOrd="6" destOrd="0" presId="urn:microsoft.com/office/officeart/2018/2/layout/IconCircleList"/>
    <dgm:cxn modelId="{005B9BD7-E1AA-4D0D-9128-19373B769833}" type="presParOf" srcId="{E58154CF-5EED-49CD-9286-1DA2205421F3}" destId="{EB3C4BE3-398F-4EF8-B153-EE70CB5FBB08}" srcOrd="0" destOrd="0" presId="urn:microsoft.com/office/officeart/2018/2/layout/IconCircleList"/>
    <dgm:cxn modelId="{5E6D2DF8-FE65-4067-9854-BA70A0CDC5CA}" type="presParOf" srcId="{E58154CF-5EED-49CD-9286-1DA2205421F3}" destId="{EB1D9523-D95D-4882-87E4-C44E4374ED7E}" srcOrd="1" destOrd="0" presId="urn:microsoft.com/office/officeart/2018/2/layout/IconCircleList"/>
    <dgm:cxn modelId="{A76FAE4A-5114-4E42-B158-90E3FD83F592}" type="presParOf" srcId="{E58154CF-5EED-49CD-9286-1DA2205421F3}" destId="{F27F608A-6D0A-4596-8FDF-936783A44B8B}" srcOrd="2" destOrd="0" presId="urn:microsoft.com/office/officeart/2018/2/layout/IconCircleList"/>
    <dgm:cxn modelId="{CA61643C-B8EB-48EF-B223-B268E783C77B}" type="presParOf" srcId="{E58154CF-5EED-49CD-9286-1DA2205421F3}" destId="{719D13BE-A0CD-4409-AC23-280BB594C7F5}" srcOrd="3" destOrd="0" presId="urn:microsoft.com/office/officeart/2018/2/layout/IconCircleList"/>
    <dgm:cxn modelId="{A63716C1-304D-47D4-8CFF-5E391BDC8B8D}" type="presParOf" srcId="{21666580-68D9-42D7-849C-8D7246163E88}" destId="{1A42D016-5FA7-46E9-9E29-0D3F042C6718}" srcOrd="7" destOrd="0" presId="urn:microsoft.com/office/officeart/2018/2/layout/IconCircleList"/>
    <dgm:cxn modelId="{DEF2D8C1-49D3-47D5-8D01-FFE45EFFC16E}" type="presParOf" srcId="{21666580-68D9-42D7-849C-8D7246163E88}" destId="{52B8CFF7-3507-473D-A07F-B9A3FEBB0F39}" srcOrd="8" destOrd="0" presId="urn:microsoft.com/office/officeart/2018/2/layout/IconCircleList"/>
    <dgm:cxn modelId="{66B6EB1D-67D6-4FFB-9B33-BF297913A053}" type="presParOf" srcId="{52B8CFF7-3507-473D-A07F-B9A3FEBB0F39}" destId="{37702C86-0D23-4437-B398-461F47A68745}" srcOrd="0" destOrd="0" presId="urn:microsoft.com/office/officeart/2018/2/layout/IconCircleList"/>
    <dgm:cxn modelId="{660158E9-ACBB-44B2-A7DF-A7383FB62EEC}" type="presParOf" srcId="{52B8CFF7-3507-473D-A07F-B9A3FEBB0F39}" destId="{BAD3FFEB-8128-4CB9-9C05-5DC6D892AFF0}" srcOrd="1" destOrd="0" presId="urn:microsoft.com/office/officeart/2018/2/layout/IconCircleList"/>
    <dgm:cxn modelId="{EECD2768-851B-4FB0-82CE-E478DDD19F6D}" type="presParOf" srcId="{52B8CFF7-3507-473D-A07F-B9A3FEBB0F39}" destId="{5AADDB8F-7215-4A5C-9EFC-88539CE9F6BD}" srcOrd="2" destOrd="0" presId="urn:microsoft.com/office/officeart/2018/2/layout/IconCircleList"/>
    <dgm:cxn modelId="{66FA44F3-32F5-445C-8FBE-041F9A9AD731}" type="presParOf" srcId="{52B8CFF7-3507-473D-A07F-B9A3FEBB0F39}" destId="{62BF9C90-6632-458C-8766-B75F6B165BB1}" srcOrd="3" destOrd="0" presId="urn:microsoft.com/office/officeart/2018/2/layout/IconCircleList"/>
    <dgm:cxn modelId="{6354F023-360B-4F0A-A3D7-D68ED59EB4CF}" type="presParOf" srcId="{21666580-68D9-42D7-849C-8D7246163E88}" destId="{0AF81924-83D7-402A-BB13-2818C4EB65FF}" srcOrd="9" destOrd="0" presId="urn:microsoft.com/office/officeart/2018/2/layout/IconCircleList"/>
    <dgm:cxn modelId="{0900F582-6A46-41D1-BACB-D6F4B3A88F8A}" type="presParOf" srcId="{21666580-68D9-42D7-849C-8D7246163E88}" destId="{4A83186A-D89E-4FF7-814B-CAF985E6A67A}" srcOrd="10" destOrd="0" presId="urn:microsoft.com/office/officeart/2018/2/layout/IconCircleList"/>
    <dgm:cxn modelId="{B82E1144-6CF6-41B3-8ED4-DA849C9D7B77}" type="presParOf" srcId="{4A83186A-D89E-4FF7-814B-CAF985E6A67A}" destId="{7171CFDC-31CD-4993-BD02-033BBFC0AC54}" srcOrd="0" destOrd="0" presId="urn:microsoft.com/office/officeart/2018/2/layout/IconCircleList"/>
    <dgm:cxn modelId="{80035D3E-C024-40AD-A942-028C87861E20}" type="presParOf" srcId="{4A83186A-D89E-4FF7-814B-CAF985E6A67A}" destId="{33A9C1B6-6418-4642-A0C6-F9D24F54A842}" srcOrd="1" destOrd="0" presId="urn:microsoft.com/office/officeart/2018/2/layout/IconCircleList"/>
    <dgm:cxn modelId="{22BE197C-4376-4E2D-8143-0A5A73D6C1BE}" type="presParOf" srcId="{4A83186A-D89E-4FF7-814B-CAF985E6A67A}" destId="{1CC8374D-A461-4CEE-8029-98792472F51F}" srcOrd="2" destOrd="0" presId="urn:microsoft.com/office/officeart/2018/2/layout/IconCircleList"/>
    <dgm:cxn modelId="{DF06FE9D-B660-40F1-9714-D409CD5BA7B7}" type="presParOf" srcId="{4A83186A-D89E-4FF7-814B-CAF985E6A67A}" destId="{4ED388B7-EAB0-4D6D-BB68-496E9F8CA137}" srcOrd="3" destOrd="0" presId="urn:microsoft.com/office/officeart/2018/2/layout/IconCircleList"/>
    <dgm:cxn modelId="{A6CB89F8-E79D-4588-8033-CE2496BBA5F1}" type="presParOf" srcId="{21666580-68D9-42D7-849C-8D7246163E88}" destId="{5A92B826-BC59-4981-8E8E-3D5321C4AA39}" srcOrd="11" destOrd="0" presId="urn:microsoft.com/office/officeart/2018/2/layout/IconCircleList"/>
    <dgm:cxn modelId="{E50795A6-6F56-4050-9321-07F64ADE2929}" type="presParOf" srcId="{21666580-68D9-42D7-849C-8D7246163E88}" destId="{CFFE64A5-391E-4CD1-AF52-62D591DC6226}" srcOrd="12" destOrd="0" presId="urn:microsoft.com/office/officeart/2018/2/layout/IconCircleList"/>
    <dgm:cxn modelId="{E4EA2ED7-3CCC-4336-B227-6EC6A67DC894}" type="presParOf" srcId="{CFFE64A5-391E-4CD1-AF52-62D591DC6226}" destId="{2B909973-8335-4647-9C89-EA54C608BD9F}" srcOrd="0" destOrd="0" presId="urn:microsoft.com/office/officeart/2018/2/layout/IconCircleList"/>
    <dgm:cxn modelId="{B7BBC09E-6DF8-4EA9-A241-4605ABBCE6CC}" type="presParOf" srcId="{CFFE64A5-391E-4CD1-AF52-62D591DC6226}" destId="{36B3A02F-8A53-48CF-80D0-69DC55199222}" srcOrd="1" destOrd="0" presId="urn:microsoft.com/office/officeart/2018/2/layout/IconCircleList"/>
    <dgm:cxn modelId="{7D2F9F4B-5DAD-4099-B237-BA29058FBBA2}" type="presParOf" srcId="{CFFE64A5-391E-4CD1-AF52-62D591DC6226}" destId="{A4006385-437F-479D-9445-F1037769056E}" srcOrd="2" destOrd="0" presId="urn:microsoft.com/office/officeart/2018/2/layout/IconCircleList"/>
    <dgm:cxn modelId="{A1B777C4-9B1F-47A2-BD12-77A4372B7CD2}" type="presParOf" srcId="{CFFE64A5-391E-4CD1-AF52-62D591DC6226}" destId="{C58E99B7-3442-4C8F-A5B6-1A2964EA7FD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442B21-1B31-4F08-9ABD-5568B05BD0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36FC38-E608-4C6A-B1D2-5D6480E607BB}">
      <dgm:prSet/>
      <dgm:spPr/>
      <dgm:t>
        <a:bodyPr/>
        <a:lstStyle/>
        <a:p>
          <a:r>
            <a:rPr lang="en-US"/>
            <a:t>1️⃣ Setup Git repository for configuration.</a:t>
          </a:r>
        </a:p>
      </dgm:t>
    </dgm:pt>
    <dgm:pt modelId="{BA0844AD-77B9-4252-87FF-A61A4F0196C7}" type="parTrans" cxnId="{3E4133D1-63A8-49B8-92E9-35BFB1A41E3A}">
      <dgm:prSet/>
      <dgm:spPr/>
      <dgm:t>
        <a:bodyPr/>
        <a:lstStyle/>
        <a:p>
          <a:endParaRPr lang="en-US"/>
        </a:p>
      </dgm:t>
    </dgm:pt>
    <dgm:pt modelId="{EDDDC32B-4BD5-4049-9BCE-EB55A6FBB165}" type="sibTrans" cxnId="{3E4133D1-63A8-49B8-92E9-35BFB1A41E3A}">
      <dgm:prSet/>
      <dgm:spPr/>
      <dgm:t>
        <a:bodyPr/>
        <a:lstStyle/>
        <a:p>
          <a:endParaRPr lang="en-US"/>
        </a:p>
      </dgm:t>
    </dgm:pt>
    <dgm:pt modelId="{96ABAE32-3AF8-4C42-8584-70E883891956}">
      <dgm:prSet/>
      <dgm:spPr/>
      <dgm:t>
        <a:bodyPr/>
        <a:lstStyle/>
        <a:p>
          <a:r>
            <a:rPr lang="en-US"/>
            <a:t>2️⃣ Deploy Spring Cloud Config Server.</a:t>
          </a:r>
        </a:p>
      </dgm:t>
    </dgm:pt>
    <dgm:pt modelId="{104554CF-BEA4-4040-ACAD-24EBEA5DB815}" type="parTrans" cxnId="{A11A829C-032C-488C-8332-2F0A6F221ABB}">
      <dgm:prSet/>
      <dgm:spPr/>
      <dgm:t>
        <a:bodyPr/>
        <a:lstStyle/>
        <a:p>
          <a:endParaRPr lang="en-US"/>
        </a:p>
      </dgm:t>
    </dgm:pt>
    <dgm:pt modelId="{3C8DB717-D1F2-4C17-8F8D-F1DF86F4B21B}" type="sibTrans" cxnId="{A11A829C-032C-488C-8332-2F0A6F221ABB}">
      <dgm:prSet/>
      <dgm:spPr/>
      <dgm:t>
        <a:bodyPr/>
        <a:lstStyle/>
        <a:p>
          <a:endParaRPr lang="en-US"/>
        </a:p>
      </dgm:t>
    </dgm:pt>
    <dgm:pt modelId="{CE1FC8A4-1C4E-4311-869F-58165915CEDD}">
      <dgm:prSet/>
      <dgm:spPr/>
      <dgm:t>
        <a:bodyPr/>
        <a:lstStyle/>
        <a:p>
          <a:r>
            <a:rPr lang="en-US" dirty="0"/>
            <a:t>3️⃣ Update AO microservices with config server URL.</a:t>
          </a:r>
        </a:p>
      </dgm:t>
    </dgm:pt>
    <dgm:pt modelId="{E37D514F-D8C9-4887-B96D-981CCF9E1042}" type="parTrans" cxnId="{AD438284-1BE2-4530-B053-CCA0740F550E}">
      <dgm:prSet/>
      <dgm:spPr/>
      <dgm:t>
        <a:bodyPr/>
        <a:lstStyle/>
        <a:p>
          <a:endParaRPr lang="en-US"/>
        </a:p>
      </dgm:t>
    </dgm:pt>
    <dgm:pt modelId="{776F7FF1-87E4-4D65-8C57-8E7767F0D751}" type="sibTrans" cxnId="{AD438284-1BE2-4530-B053-CCA0740F550E}">
      <dgm:prSet/>
      <dgm:spPr/>
      <dgm:t>
        <a:bodyPr/>
        <a:lstStyle/>
        <a:p>
          <a:endParaRPr lang="en-US"/>
        </a:p>
      </dgm:t>
    </dgm:pt>
    <dgm:pt modelId="{6A8FC78F-43D6-4FB2-974B-77323AC6C81B}">
      <dgm:prSet/>
      <dgm:spPr/>
      <dgm:t>
        <a:bodyPr/>
        <a:lstStyle/>
        <a:p>
          <a:r>
            <a:rPr lang="en-US" dirty="0"/>
            <a:t>4️⃣ Integrate optional Cloud Bus - Kafka</a:t>
          </a:r>
        </a:p>
      </dgm:t>
    </dgm:pt>
    <dgm:pt modelId="{30B93463-9FE7-4FFC-98EC-8F781648DC20}" type="parTrans" cxnId="{7FE0A103-90F0-4564-A1B0-B41478C03D10}">
      <dgm:prSet/>
      <dgm:spPr/>
      <dgm:t>
        <a:bodyPr/>
        <a:lstStyle/>
        <a:p>
          <a:endParaRPr lang="en-US"/>
        </a:p>
      </dgm:t>
    </dgm:pt>
    <dgm:pt modelId="{3853042A-F00C-46E6-B158-D842B0F3ED3E}" type="sibTrans" cxnId="{7FE0A103-90F0-4564-A1B0-B41478C03D10}">
      <dgm:prSet/>
      <dgm:spPr/>
      <dgm:t>
        <a:bodyPr/>
        <a:lstStyle/>
        <a:p>
          <a:endParaRPr lang="en-US"/>
        </a:p>
      </dgm:t>
    </dgm:pt>
    <dgm:pt modelId="{D4FE74AD-65CB-4376-927A-E1CBAF3642C1}">
      <dgm:prSet/>
      <dgm:spPr/>
      <dgm:t>
        <a:bodyPr/>
        <a:lstStyle/>
        <a:p>
          <a:r>
            <a:rPr lang="en-US"/>
            <a:t>5️⃣ Migrate existing CMS configs to Git.</a:t>
          </a:r>
        </a:p>
      </dgm:t>
    </dgm:pt>
    <dgm:pt modelId="{80EA1397-2C40-4DD3-B77F-A2E30329C2D2}" type="parTrans" cxnId="{47BBC51C-A8B4-49EE-BFCD-13E6C5423F35}">
      <dgm:prSet/>
      <dgm:spPr/>
      <dgm:t>
        <a:bodyPr/>
        <a:lstStyle/>
        <a:p>
          <a:endParaRPr lang="en-US"/>
        </a:p>
      </dgm:t>
    </dgm:pt>
    <dgm:pt modelId="{2E01CCA8-896C-47BB-B2E2-A6516CAFC889}" type="sibTrans" cxnId="{47BBC51C-A8B4-49EE-BFCD-13E6C5423F35}">
      <dgm:prSet/>
      <dgm:spPr/>
      <dgm:t>
        <a:bodyPr/>
        <a:lstStyle/>
        <a:p>
          <a:endParaRPr lang="en-US"/>
        </a:p>
      </dgm:t>
    </dgm:pt>
    <dgm:pt modelId="{50566C9A-8E78-4352-90EA-43316FA781B9}">
      <dgm:prSet/>
      <dgm:spPr/>
      <dgm:t>
        <a:bodyPr/>
        <a:lstStyle/>
        <a:p>
          <a:r>
            <a:rPr lang="en-US" dirty="0"/>
            <a:t>6️⃣ Validate in preprod.</a:t>
          </a:r>
        </a:p>
      </dgm:t>
    </dgm:pt>
    <dgm:pt modelId="{E95D2E8B-0A64-4BD8-9AC8-4E6F46D2F161}" type="parTrans" cxnId="{808DA24C-F76D-4E17-93EA-EA0E4FCC35CF}">
      <dgm:prSet/>
      <dgm:spPr/>
      <dgm:t>
        <a:bodyPr/>
        <a:lstStyle/>
        <a:p>
          <a:endParaRPr lang="en-US"/>
        </a:p>
      </dgm:t>
    </dgm:pt>
    <dgm:pt modelId="{7E3A628A-130F-49C4-B0FC-A65DF667CFA1}" type="sibTrans" cxnId="{808DA24C-F76D-4E17-93EA-EA0E4FCC35CF}">
      <dgm:prSet/>
      <dgm:spPr/>
      <dgm:t>
        <a:bodyPr/>
        <a:lstStyle/>
        <a:p>
          <a:endParaRPr lang="en-US"/>
        </a:p>
      </dgm:t>
    </dgm:pt>
    <dgm:pt modelId="{4A2792D7-055C-4E07-A09F-B66F2B67A0D5}">
      <dgm:prSet/>
      <dgm:spPr/>
      <dgm:t>
        <a:bodyPr/>
        <a:lstStyle/>
        <a:p>
          <a:r>
            <a:rPr lang="en-US" dirty="0"/>
            <a:t>7️⃣ Rollout to production.</a:t>
          </a:r>
        </a:p>
      </dgm:t>
    </dgm:pt>
    <dgm:pt modelId="{37955000-99BB-476D-BBC0-87212F0B4654}" type="parTrans" cxnId="{8C6C2693-4965-48AD-8073-9AC7A43A16BA}">
      <dgm:prSet/>
      <dgm:spPr/>
      <dgm:t>
        <a:bodyPr/>
        <a:lstStyle/>
        <a:p>
          <a:endParaRPr lang="en-US"/>
        </a:p>
      </dgm:t>
    </dgm:pt>
    <dgm:pt modelId="{5DA18AF1-2A24-4A91-A56C-E3EF4E655971}" type="sibTrans" cxnId="{8C6C2693-4965-48AD-8073-9AC7A43A16BA}">
      <dgm:prSet/>
      <dgm:spPr/>
      <dgm:t>
        <a:bodyPr/>
        <a:lstStyle/>
        <a:p>
          <a:endParaRPr lang="en-US"/>
        </a:p>
      </dgm:t>
    </dgm:pt>
    <dgm:pt modelId="{21626D93-7810-4725-9036-188A202670AD}" type="pres">
      <dgm:prSet presAssocID="{46442B21-1B31-4F08-9ABD-5568B05BD0E1}" presName="root" presStyleCnt="0">
        <dgm:presLayoutVars>
          <dgm:dir/>
          <dgm:resizeHandles val="exact"/>
        </dgm:presLayoutVars>
      </dgm:prSet>
      <dgm:spPr/>
    </dgm:pt>
    <dgm:pt modelId="{F5752F5E-4B3D-42A9-BBC2-F0415474B7FB}" type="pres">
      <dgm:prSet presAssocID="{F936FC38-E608-4C6A-B1D2-5D6480E607BB}" presName="compNode" presStyleCnt="0"/>
      <dgm:spPr/>
    </dgm:pt>
    <dgm:pt modelId="{061EC246-BEC6-45EE-AE9F-13335966C03E}" type="pres">
      <dgm:prSet presAssocID="{F936FC38-E608-4C6A-B1D2-5D6480E607BB}" presName="bgRect" presStyleLbl="bgShp" presStyleIdx="0" presStyleCnt="7"/>
      <dgm:spPr/>
    </dgm:pt>
    <dgm:pt modelId="{8E9447F0-3DE6-4E8F-AAD8-7D3A576B463A}" type="pres">
      <dgm:prSet presAssocID="{F936FC38-E608-4C6A-B1D2-5D6480E607B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7C27741-635E-41B1-A9AB-2DBF16ACA627}" type="pres">
      <dgm:prSet presAssocID="{F936FC38-E608-4C6A-B1D2-5D6480E607BB}" presName="spaceRect" presStyleCnt="0"/>
      <dgm:spPr/>
    </dgm:pt>
    <dgm:pt modelId="{EE9EB8D9-B857-43BB-B704-283AFF8E28BA}" type="pres">
      <dgm:prSet presAssocID="{F936FC38-E608-4C6A-B1D2-5D6480E607BB}" presName="parTx" presStyleLbl="revTx" presStyleIdx="0" presStyleCnt="7">
        <dgm:presLayoutVars>
          <dgm:chMax val="0"/>
          <dgm:chPref val="0"/>
        </dgm:presLayoutVars>
      </dgm:prSet>
      <dgm:spPr/>
    </dgm:pt>
    <dgm:pt modelId="{8DB4E9CF-F62E-498A-A59D-52BABC3EF0CD}" type="pres">
      <dgm:prSet presAssocID="{EDDDC32B-4BD5-4049-9BCE-EB55A6FBB165}" presName="sibTrans" presStyleCnt="0"/>
      <dgm:spPr/>
    </dgm:pt>
    <dgm:pt modelId="{F41DD2C6-8A22-43CD-AA66-A1FF024B34EB}" type="pres">
      <dgm:prSet presAssocID="{96ABAE32-3AF8-4C42-8584-70E883891956}" presName="compNode" presStyleCnt="0"/>
      <dgm:spPr/>
    </dgm:pt>
    <dgm:pt modelId="{AAE9F5A5-7A21-459C-B852-67FE4D21C1E3}" type="pres">
      <dgm:prSet presAssocID="{96ABAE32-3AF8-4C42-8584-70E883891956}" presName="bgRect" presStyleLbl="bgShp" presStyleIdx="1" presStyleCnt="7"/>
      <dgm:spPr/>
    </dgm:pt>
    <dgm:pt modelId="{122CCF8E-2055-4195-A4F8-E9CEBF51C230}" type="pres">
      <dgm:prSet presAssocID="{96ABAE32-3AF8-4C42-8584-70E88389195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719F811-75A3-4CBE-9F3A-2F9BAD310BA5}" type="pres">
      <dgm:prSet presAssocID="{96ABAE32-3AF8-4C42-8584-70E883891956}" presName="spaceRect" presStyleCnt="0"/>
      <dgm:spPr/>
    </dgm:pt>
    <dgm:pt modelId="{457419A7-BF02-46EF-8CEE-B58D8A54F338}" type="pres">
      <dgm:prSet presAssocID="{96ABAE32-3AF8-4C42-8584-70E883891956}" presName="parTx" presStyleLbl="revTx" presStyleIdx="1" presStyleCnt="7">
        <dgm:presLayoutVars>
          <dgm:chMax val="0"/>
          <dgm:chPref val="0"/>
        </dgm:presLayoutVars>
      </dgm:prSet>
      <dgm:spPr/>
    </dgm:pt>
    <dgm:pt modelId="{EC767CF2-FD54-48F0-AA08-D107F7FAF97E}" type="pres">
      <dgm:prSet presAssocID="{3C8DB717-D1F2-4C17-8F8D-F1DF86F4B21B}" presName="sibTrans" presStyleCnt="0"/>
      <dgm:spPr/>
    </dgm:pt>
    <dgm:pt modelId="{264B5ACB-2A06-458D-9870-3A400C7E0936}" type="pres">
      <dgm:prSet presAssocID="{CE1FC8A4-1C4E-4311-869F-58165915CEDD}" presName="compNode" presStyleCnt="0"/>
      <dgm:spPr/>
    </dgm:pt>
    <dgm:pt modelId="{660D63B3-8228-44AE-B549-803C161AE447}" type="pres">
      <dgm:prSet presAssocID="{CE1FC8A4-1C4E-4311-869F-58165915CEDD}" presName="bgRect" presStyleLbl="bgShp" presStyleIdx="2" presStyleCnt="7"/>
      <dgm:spPr/>
    </dgm:pt>
    <dgm:pt modelId="{783F2C14-2E56-423E-83DC-AED356CE7E75}" type="pres">
      <dgm:prSet presAssocID="{CE1FC8A4-1C4E-4311-869F-58165915CED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4E11B14-3D93-4F40-B825-84891EDA300F}" type="pres">
      <dgm:prSet presAssocID="{CE1FC8A4-1C4E-4311-869F-58165915CEDD}" presName="spaceRect" presStyleCnt="0"/>
      <dgm:spPr/>
    </dgm:pt>
    <dgm:pt modelId="{49264F79-51A7-481D-B03B-C6247C3EF4F6}" type="pres">
      <dgm:prSet presAssocID="{CE1FC8A4-1C4E-4311-869F-58165915CEDD}" presName="parTx" presStyleLbl="revTx" presStyleIdx="2" presStyleCnt="7">
        <dgm:presLayoutVars>
          <dgm:chMax val="0"/>
          <dgm:chPref val="0"/>
        </dgm:presLayoutVars>
      </dgm:prSet>
      <dgm:spPr/>
    </dgm:pt>
    <dgm:pt modelId="{2ECFC6A9-EC5B-44A3-A2B3-1C2A3F7884E5}" type="pres">
      <dgm:prSet presAssocID="{776F7FF1-87E4-4D65-8C57-8E7767F0D751}" presName="sibTrans" presStyleCnt="0"/>
      <dgm:spPr/>
    </dgm:pt>
    <dgm:pt modelId="{D7394F7E-7D13-4109-AD7A-12517BCF6C2E}" type="pres">
      <dgm:prSet presAssocID="{6A8FC78F-43D6-4FB2-974B-77323AC6C81B}" presName="compNode" presStyleCnt="0"/>
      <dgm:spPr/>
    </dgm:pt>
    <dgm:pt modelId="{A73A08DD-CCB4-42B4-83CB-058C2EAD93F3}" type="pres">
      <dgm:prSet presAssocID="{6A8FC78F-43D6-4FB2-974B-77323AC6C81B}" presName="bgRect" presStyleLbl="bgShp" presStyleIdx="3" presStyleCnt="7"/>
      <dgm:spPr/>
    </dgm:pt>
    <dgm:pt modelId="{3A46310F-29F2-4171-89CF-383E6C980FAD}" type="pres">
      <dgm:prSet presAssocID="{6A8FC78F-43D6-4FB2-974B-77323AC6C81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C58FBE90-FF83-4424-ADFD-16FC9EA76E01}" type="pres">
      <dgm:prSet presAssocID="{6A8FC78F-43D6-4FB2-974B-77323AC6C81B}" presName="spaceRect" presStyleCnt="0"/>
      <dgm:spPr/>
    </dgm:pt>
    <dgm:pt modelId="{2C6E7E55-00C7-487C-B65D-BDC0B03A82BC}" type="pres">
      <dgm:prSet presAssocID="{6A8FC78F-43D6-4FB2-974B-77323AC6C81B}" presName="parTx" presStyleLbl="revTx" presStyleIdx="3" presStyleCnt="7">
        <dgm:presLayoutVars>
          <dgm:chMax val="0"/>
          <dgm:chPref val="0"/>
        </dgm:presLayoutVars>
      </dgm:prSet>
      <dgm:spPr/>
    </dgm:pt>
    <dgm:pt modelId="{E9DA75D8-D5A4-4FDE-994A-F1642C876CF3}" type="pres">
      <dgm:prSet presAssocID="{3853042A-F00C-46E6-B158-D842B0F3ED3E}" presName="sibTrans" presStyleCnt="0"/>
      <dgm:spPr/>
    </dgm:pt>
    <dgm:pt modelId="{39EEF659-0343-4EFA-B651-EB7ECB03564E}" type="pres">
      <dgm:prSet presAssocID="{D4FE74AD-65CB-4376-927A-E1CBAF3642C1}" presName="compNode" presStyleCnt="0"/>
      <dgm:spPr/>
    </dgm:pt>
    <dgm:pt modelId="{F3230690-0B0B-48F5-8D5D-E6BB5E24137D}" type="pres">
      <dgm:prSet presAssocID="{D4FE74AD-65CB-4376-927A-E1CBAF3642C1}" presName="bgRect" presStyleLbl="bgShp" presStyleIdx="4" presStyleCnt="7"/>
      <dgm:spPr/>
    </dgm:pt>
    <dgm:pt modelId="{792C4F65-7471-4EAB-B028-83D8A5B32B12}" type="pres">
      <dgm:prSet presAssocID="{D4FE74AD-65CB-4376-927A-E1CBAF3642C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669C11-BD29-4AFA-98DE-E878B683AA42}" type="pres">
      <dgm:prSet presAssocID="{D4FE74AD-65CB-4376-927A-E1CBAF3642C1}" presName="spaceRect" presStyleCnt="0"/>
      <dgm:spPr/>
    </dgm:pt>
    <dgm:pt modelId="{9CD5BD7E-68C6-4FAF-92E9-095FA90CD9D1}" type="pres">
      <dgm:prSet presAssocID="{D4FE74AD-65CB-4376-927A-E1CBAF3642C1}" presName="parTx" presStyleLbl="revTx" presStyleIdx="4" presStyleCnt="7">
        <dgm:presLayoutVars>
          <dgm:chMax val="0"/>
          <dgm:chPref val="0"/>
        </dgm:presLayoutVars>
      </dgm:prSet>
      <dgm:spPr/>
    </dgm:pt>
    <dgm:pt modelId="{5F9A39E5-469F-4DD1-8CD1-4D10255CA6D9}" type="pres">
      <dgm:prSet presAssocID="{2E01CCA8-896C-47BB-B2E2-A6516CAFC889}" presName="sibTrans" presStyleCnt="0"/>
      <dgm:spPr/>
    </dgm:pt>
    <dgm:pt modelId="{FEB89969-A46B-4FBE-9D41-736B9A85578F}" type="pres">
      <dgm:prSet presAssocID="{50566C9A-8E78-4352-90EA-43316FA781B9}" presName="compNode" presStyleCnt="0"/>
      <dgm:spPr/>
    </dgm:pt>
    <dgm:pt modelId="{FB05EA85-9083-4613-827E-F724B6616764}" type="pres">
      <dgm:prSet presAssocID="{50566C9A-8E78-4352-90EA-43316FA781B9}" presName="bgRect" presStyleLbl="bgShp" presStyleIdx="5" presStyleCnt="7"/>
      <dgm:spPr/>
    </dgm:pt>
    <dgm:pt modelId="{C3DB7B85-3BCF-42BC-989B-A00398FEDCDA}" type="pres">
      <dgm:prSet presAssocID="{50566C9A-8E78-4352-90EA-43316FA781B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92E1A38-3B9D-4951-AE99-75278E642E44}" type="pres">
      <dgm:prSet presAssocID="{50566C9A-8E78-4352-90EA-43316FA781B9}" presName="spaceRect" presStyleCnt="0"/>
      <dgm:spPr/>
    </dgm:pt>
    <dgm:pt modelId="{19DFF191-3060-4985-97E4-8116E983293B}" type="pres">
      <dgm:prSet presAssocID="{50566C9A-8E78-4352-90EA-43316FA781B9}" presName="parTx" presStyleLbl="revTx" presStyleIdx="5" presStyleCnt="7">
        <dgm:presLayoutVars>
          <dgm:chMax val="0"/>
          <dgm:chPref val="0"/>
        </dgm:presLayoutVars>
      </dgm:prSet>
      <dgm:spPr/>
    </dgm:pt>
    <dgm:pt modelId="{5F506E2E-E2F6-4B25-8204-10898A37D59C}" type="pres">
      <dgm:prSet presAssocID="{7E3A628A-130F-49C4-B0FC-A65DF667CFA1}" presName="sibTrans" presStyleCnt="0"/>
      <dgm:spPr/>
    </dgm:pt>
    <dgm:pt modelId="{4C3F05B7-5F3D-4B54-AA2D-63B6067ED0D8}" type="pres">
      <dgm:prSet presAssocID="{4A2792D7-055C-4E07-A09F-B66F2B67A0D5}" presName="compNode" presStyleCnt="0"/>
      <dgm:spPr/>
    </dgm:pt>
    <dgm:pt modelId="{ABF5B9B3-9E83-4FE2-B758-E0BABD40595C}" type="pres">
      <dgm:prSet presAssocID="{4A2792D7-055C-4E07-A09F-B66F2B67A0D5}" presName="bgRect" presStyleLbl="bgShp" presStyleIdx="6" presStyleCnt="7"/>
      <dgm:spPr/>
    </dgm:pt>
    <dgm:pt modelId="{7B2771D1-FF02-4A47-8B2F-D0DC7CF58AC5}" type="pres">
      <dgm:prSet presAssocID="{4A2792D7-055C-4E07-A09F-B66F2B67A0D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8C7D7649-1A5E-416C-A04E-862299B378E8}" type="pres">
      <dgm:prSet presAssocID="{4A2792D7-055C-4E07-A09F-B66F2B67A0D5}" presName="spaceRect" presStyleCnt="0"/>
      <dgm:spPr/>
    </dgm:pt>
    <dgm:pt modelId="{28B3C744-0848-43B2-A652-A07C15902E97}" type="pres">
      <dgm:prSet presAssocID="{4A2792D7-055C-4E07-A09F-B66F2B67A0D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FE0A103-90F0-4564-A1B0-B41478C03D10}" srcId="{46442B21-1B31-4F08-9ABD-5568B05BD0E1}" destId="{6A8FC78F-43D6-4FB2-974B-77323AC6C81B}" srcOrd="3" destOrd="0" parTransId="{30B93463-9FE7-4FFC-98EC-8F781648DC20}" sibTransId="{3853042A-F00C-46E6-B158-D842B0F3ED3E}"/>
    <dgm:cxn modelId="{D78A6704-0FC7-4105-AB64-C1E49B731DBE}" type="presOf" srcId="{46442B21-1B31-4F08-9ABD-5568B05BD0E1}" destId="{21626D93-7810-4725-9036-188A202670AD}" srcOrd="0" destOrd="0" presId="urn:microsoft.com/office/officeart/2018/2/layout/IconVerticalSolidList"/>
    <dgm:cxn modelId="{47BBC51C-A8B4-49EE-BFCD-13E6C5423F35}" srcId="{46442B21-1B31-4F08-9ABD-5568B05BD0E1}" destId="{D4FE74AD-65CB-4376-927A-E1CBAF3642C1}" srcOrd="4" destOrd="0" parTransId="{80EA1397-2C40-4DD3-B77F-A2E30329C2D2}" sibTransId="{2E01CCA8-896C-47BB-B2E2-A6516CAFC889}"/>
    <dgm:cxn modelId="{4E8A1633-3381-4765-8299-F714AB0AE053}" type="presOf" srcId="{6A8FC78F-43D6-4FB2-974B-77323AC6C81B}" destId="{2C6E7E55-00C7-487C-B65D-BDC0B03A82BC}" srcOrd="0" destOrd="0" presId="urn:microsoft.com/office/officeart/2018/2/layout/IconVerticalSolidList"/>
    <dgm:cxn modelId="{808DA24C-F76D-4E17-93EA-EA0E4FCC35CF}" srcId="{46442B21-1B31-4F08-9ABD-5568B05BD0E1}" destId="{50566C9A-8E78-4352-90EA-43316FA781B9}" srcOrd="5" destOrd="0" parTransId="{E95D2E8B-0A64-4BD8-9AC8-4E6F46D2F161}" sibTransId="{7E3A628A-130F-49C4-B0FC-A65DF667CFA1}"/>
    <dgm:cxn modelId="{E895DD77-8493-42B2-8FC7-CD14BC10436F}" type="presOf" srcId="{D4FE74AD-65CB-4376-927A-E1CBAF3642C1}" destId="{9CD5BD7E-68C6-4FAF-92E9-095FA90CD9D1}" srcOrd="0" destOrd="0" presId="urn:microsoft.com/office/officeart/2018/2/layout/IconVerticalSolidList"/>
    <dgm:cxn modelId="{AE3E3B7C-6782-47BD-AD91-7A52CFD3AFEC}" type="presOf" srcId="{F936FC38-E608-4C6A-B1D2-5D6480E607BB}" destId="{EE9EB8D9-B857-43BB-B704-283AFF8E28BA}" srcOrd="0" destOrd="0" presId="urn:microsoft.com/office/officeart/2018/2/layout/IconVerticalSolidList"/>
    <dgm:cxn modelId="{AD438284-1BE2-4530-B053-CCA0740F550E}" srcId="{46442B21-1B31-4F08-9ABD-5568B05BD0E1}" destId="{CE1FC8A4-1C4E-4311-869F-58165915CEDD}" srcOrd="2" destOrd="0" parTransId="{E37D514F-D8C9-4887-B96D-981CCF9E1042}" sibTransId="{776F7FF1-87E4-4D65-8C57-8E7767F0D751}"/>
    <dgm:cxn modelId="{8C6C2693-4965-48AD-8073-9AC7A43A16BA}" srcId="{46442B21-1B31-4F08-9ABD-5568B05BD0E1}" destId="{4A2792D7-055C-4E07-A09F-B66F2B67A0D5}" srcOrd="6" destOrd="0" parTransId="{37955000-99BB-476D-BBC0-87212F0B4654}" sibTransId="{5DA18AF1-2A24-4A91-A56C-E3EF4E655971}"/>
    <dgm:cxn modelId="{7FCA3894-72CB-4991-8385-9B525389FA64}" type="presOf" srcId="{96ABAE32-3AF8-4C42-8584-70E883891956}" destId="{457419A7-BF02-46EF-8CEE-B58D8A54F338}" srcOrd="0" destOrd="0" presId="urn:microsoft.com/office/officeart/2018/2/layout/IconVerticalSolidList"/>
    <dgm:cxn modelId="{A11A829C-032C-488C-8332-2F0A6F221ABB}" srcId="{46442B21-1B31-4F08-9ABD-5568B05BD0E1}" destId="{96ABAE32-3AF8-4C42-8584-70E883891956}" srcOrd="1" destOrd="0" parTransId="{104554CF-BEA4-4040-ACAD-24EBEA5DB815}" sibTransId="{3C8DB717-D1F2-4C17-8F8D-F1DF86F4B21B}"/>
    <dgm:cxn modelId="{E25AA5CB-A98E-441C-92A3-C53BE165D0D0}" type="presOf" srcId="{4A2792D7-055C-4E07-A09F-B66F2B67A0D5}" destId="{28B3C744-0848-43B2-A652-A07C15902E97}" srcOrd="0" destOrd="0" presId="urn:microsoft.com/office/officeart/2018/2/layout/IconVerticalSolidList"/>
    <dgm:cxn modelId="{3E4133D1-63A8-49B8-92E9-35BFB1A41E3A}" srcId="{46442B21-1B31-4F08-9ABD-5568B05BD0E1}" destId="{F936FC38-E608-4C6A-B1D2-5D6480E607BB}" srcOrd="0" destOrd="0" parTransId="{BA0844AD-77B9-4252-87FF-A61A4F0196C7}" sibTransId="{EDDDC32B-4BD5-4049-9BCE-EB55A6FBB165}"/>
    <dgm:cxn modelId="{987536E5-4645-42EE-8CA3-BE77C04A8782}" type="presOf" srcId="{50566C9A-8E78-4352-90EA-43316FA781B9}" destId="{19DFF191-3060-4985-97E4-8116E983293B}" srcOrd="0" destOrd="0" presId="urn:microsoft.com/office/officeart/2018/2/layout/IconVerticalSolidList"/>
    <dgm:cxn modelId="{7FEC8CE5-129E-4880-9587-DC8ABD5F4CFE}" type="presOf" srcId="{CE1FC8A4-1C4E-4311-869F-58165915CEDD}" destId="{49264F79-51A7-481D-B03B-C6247C3EF4F6}" srcOrd="0" destOrd="0" presId="urn:microsoft.com/office/officeart/2018/2/layout/IconVerticalSolidList"/>
    <dgm:cxn modelId="{7C67DB06-38B6-4459-B18A-64093A24AA65}" type="presParOf" srcId="{21626D93-7810-4725-9036-188A202670AD}" destId="{F5752F5E-4B3D-42A9-BBC2-F0415474B7FB}" srcOrd="0" destOrd="0" presId="urn:microsoft.com/office/officeart/2018/2/layout/IconVerticalSolidList"/>
    <dgm:cxn modelId="{3957C6F9-9D01-4A76-A9CA-CF34797B8EC3}" type="presParOf" srcId="{F5752F5E-4B3D-42A9-BBC2-F0415474B7FB}" destId="{061EC246-BEC6-45EE-AE9F-13335966C03E}" srcOrd="0" destOrd="0" presId="urn:microsoft.com/office/officeart/2018/2/layout/IconVerticalSolidList"/>
    <dgm:cxn modelId="{25CA6091-568B-4095-BE4E-CF0AFC6E5163}" type="presParOf" srcId="{F5752F5E-4B3D-42A9-BBC2-F0415474B7FB}" destId="{8E9447F0-3DE6-4E8F-AAD8-7D3A576B463A}" srcOrd="1" destOrd="0" presId="urn:microsoft.com/office/officeart/2018/2/layout/IconVerticalSolidList"/>
    <dgm:cxn modelId="{E4FE51EC-2B15-4321-8255-5842AE173952}" type="presParOf" srcId="{F5752F5E-4B3D-42A9-BBC2-F0415474B7FB}" destId="{B7C27741-635E-41B1-A9AB-2DBF16ACA627}" srcOrd="2" destOrd="0" presId="urn:microsoft.com/office/officeart/2018/2/layout/IconVerticalSolidList"/>
    <dgm:cxn modelId="{3BE5498C-C700-463B-AD9A-9B6DB9CA8551}" type="presParOf" srcId="{F5752F5E-4B3D-42A9-BBC2-F0415474B7FB}" destId="{EE9EB8D9-B857-43BB-B704-283AFF8E28BA}" srcOrd="3" destOrd="0" presId="urn:microsoft.com/office/officeart/2018/2/layout/IconVerticalSolidList"/>
    <dgm:cxn modelId="{CA7CDA76-E925-4E05-BF1D-A68EE6FAE7FA}" type="presParOf" srcId="{21626D93-7810-4725-9036-188A202670AD}" destId="{8DB4E9CF-F62E-498A-A59D-52BABC3EF0CD}" srcOrd="1" destOrd="0" presId="urn:microsoft.com/office/officeart/2018/2/layout/IconVerticalSolidList"/>
    <dgm:cxn modelId="{DAE5BB60-AC3D-4CC7-8AA0-31B802FA7142}" type="presParOf" srcId="{21626D93-7810-4725-9036-188A202670AD}" destId="{F41DD2C6-8A22-43CD-AA66-A1FF024B34EB}" srcOrd="2" destOrd="0" presId="urn:microsoft.com/office/officeart/2018/2/layout/IconVerticalSolidList"/>
    <dgm:cxn modelId="{C136652A-25E0-493A-905B-BD4339CE1B26}" type="presParOf" srcId="{F41DD2C6-8A22-43CD-AA66-A1FF024B34EB}" destId="{AAE9F5A5-7A21-459C-B852-67FE4D21C1E3}" srcOrd="0" destOrd="0" presId="urn:microsoft.com/office/officeart/2018/2/layout/IconVerticalSolidList"/>
    <dgm:cxn modelId="{EAAE7CC5-3A5B-4E55-B268-FE059E8E1B81}" type="presParOf" srcId="{F41DD2C6-8A22-43CD-AA66-A1FF024B34EB}" destId="{122CCF8E-2055-4195-A4F8-E9CEBF51C230}" srcOrd="1" destOrd="0" presId="urn:microsoft.com/office/officeart/2018/2/layout/IconVerticalSolidList"/>
    <dgm:cxn modelId="{D20B2EC3-3EE8-43D6-8DCD-9C5D71272B03}" type="presParOf" srcId="{F41DD2C6-8A22-43CD-AA66-A1FF024B34EB}" destId="{D719F811-75A3-4CBE-9F3A-2F9BAD310BA5}" srcOrd="2" destOrd="0" presId="urn:microsoft.com/office/officeart/2018/2/layout/IconVerticalSolidList"/>
    <dgm:cxn modelId="{DAE36790-ED5F-441F-B3BF-AA3033F45C72}" type="presParOf" srcId="{F41DD2C6-8A22-43CD-AA66-A1FF024B34EB}" destId="{457419A7-BF02-46EF-8CEE-B58D8A54F338}" srcOrd="3" destOrd="0" presId="urn:microsoft.com/office/officeart/2018/2/layout/IconVerticalSolidList"/>
    <dgm:cxn modelId="{7F6FEC23-20E3-4CAD-9317-7E0DDCD0328B}" type="presParOf" srcId="{21626D93-7810-4725-9036-188A202670AD}" destId="{EC767CF2-FD54-48F0-AA08-D107F7FAF97E}" srcOrd="3" destOrd="0" presId="urn:microsoft.com/office/officeart/2018/2/layout/IconVerticalSolidList"/>
    <dgm:cxn modelId="{65341EB4-11A2-4531-8BC4-B57010AA511E}" type="presParOf" srcId="{21626D93-7810-4725-9036-188A202670AD}" destId="{264B5ACB-2A06-458D-9870-3A400C7E0936}" srcOrd="4" destOrd="0" presId="urn:microsoft.com/office/officeart/2018/2/layout/IconVerticalSolidList"/>
    <dgm:cxn modelId="{D8033CED-61C8-4744-99CA-8510CF79591A}" type="presParOf" srcId="{264B5ACB-2A06-458D-9870-3A400C7E0936}" destId="{660D63B3-8228-44AE-B549-803C161AE447}" srcOrd="0" destOrd="0" presId="urn:microsoft.com/office/officeart/2018/2/layout/IconVerticalSolidList"/>
    <dgm:cxn modelId="{2B70B45E-0837-4122-B5BB-D97E516450B9}" type="presParOf" srcId="{264B5ACB-2A06-458D-9870-3A400C7E0936}" destId="{783F2C14-2E56-423E-83DC-AED356CE7E75}" srcOrd="1" destOrd="0" presId="urn:microsoft.com/office/officeart/2018/2/layout/IconVerticalSolidList"/>
    <dgm:cxn modelId="{680B7F28-E0A6-417A-B40B-E510FBF6CE05}" type="presParOf" srcId="{264B5ACB-2A06-458D-9870-3A400C7E0936}" destId="{24E11B14-3D93-4F40-B825-84891EDA300F}" srcOrd="2" destOrd="0" presId="urn:microsoft.com/office/officeart/2018/2/layout/IconVerticalSolidList"/>
    <dgm:cxn modelId="{E9E65173-A828-43C2-A0A6-2997D8F10E39}" type="presParOf" srcId="{264B5ACB-2A06-458D-9870-3A400C7E0936}" destId="{49264F79-51A7-481D-B03B-C6247C3EF4F6}" srcOrd="3" destOrd="0" presId="urn:microsoft.com/office/officeart/2018/2/layout/IconVerticalSolidList"/>
    <dgm:cxn modelId="{A4269F80-B935-4444-93EF-90BD821BF0D7}" type="presParOf" srcId="{21626D93-7810-4725-9036-188A202670AD}" destId="{2ECFC6A9-EC5B-44A3-A2B3-1C2A3F7884E5}" srcOrd="5" destOrd="0" presId="urn:microsoft.com/office/officeart/2018/2/layout/IconVerticalSolidList"/>
    <dgm:cxn modelId="{DE8C96C6-BDB4-47CF-B73C-5D098371F894}" type="presParOf" srcId="{21626D93-7810-4725-9036-188A202670AD}" destId="{D7394F7E-7D13-4109-AD7A-12517BCF6C2E}" srcOrd="6" destOrd="0" presId="urn:microsoft.com/office/officeart/2018/2/layout/IconVerticalSolidList"/>
    <dgm:cxn modelId="{3742DA78-0765-40EE-A2D2-6B1790FBD481}" type="presParOf" srcId="{D7394F7E-7D13-4109-AD7A-12517BCF6C2E}" destId="{A73A08DD-CCB4-42B4-83CB-058C2EAD93F3}" srcOrd="0" destOrd="0" presId="urn:microsoft.com/office/officeart/2018/2/layout/IconVerticalSolidList"/>
    <dgm:cxn modelId="{47799CF3-B48B-4DD9-8D3A-11020B7E557B}" type="presParOf" srcId="{D7394F7E-7D13-4109-AD7A-12517BCF6C2E}" destId="{3A46310F-29F2-4171-89CF-383E6C980FAD}" srcOrd="1" destOrd="0" presId="urn:microsoft.com/office/officeart/2018/2/layout/IconVerticalSolidList"/>
    <dgm:cxn modelId="{0CB95742-AA84-46EB-8C7E-689A9DBD7BA6}" type="presParOf" srcId="{D7394F7E-7D13-4109-AD7A-12517BCF6C2E}" destId="{C58FBE90-FF83-4424-ADFD-16FC9EA76E01}" srcOrd="2" destOrd="0" presId="urn:microsoft.com/office/officeart/2018/2/layout/IconVerticalSolidList"/>
    <dgm:cxn modelId="{E300CDE7-2D55-4E71-9EBA-09D2A384D2C7}" type="presParOf" srcId="{D7394F7E-7D13-4109-AD7A-12517BCF6C2E}" destId="{2C6E7E55-00C7-487C-B65D-BDC0B03A82BC}" srcOrd="3" destOrd="0" presId="urn:microsoft.com/office/officeart/2018/2/layout/IconVerticalSolidList"/>
    <dgm:cxn modelId="{8B9F1341-ABA7-41E6-9DB6-2E17B7F2C438}" type="presParOf" srcId="{21626D93-7810-4725-9036-188A202670AD}" destId="{E9DA75D8-D5A4-4FDE-994A-F1642C876CF3}" srcOrd="7" destOrd="0" presId="urn:microsoft.com/office/officeart/2018/2/layout/IconVerticalSolidList"/>
    <dgm:cxn modelId="{CB704ADD-3B07-4620-8B83-BC63C1B3DCCB}" type="presParOf" srcId="{21626D93-7810-4725-9036-188A202670AD}" destId="{39EEF659-0343-4EFA-B651-EB7ECB03564E}" srcOrd="8" destOrd="0" presId="urn:microsoft.com/office/officeart/2018/2/layout/IconVerticalSolidList"/>
    <dgm:cxn modelId="{904E8BBB-AE65-4786-88B3-6D5CA0DB5D15}" type="presParOf" srcId="{39EEF659-0343-4EFA-B651-EB7ECB03564E}" destId="{F3230690-0B0B-48F5-8D5D-E6BB5E24137D}" srcOrd="0" destOrd="0" presId="urn:microsoft.com/office/officeart/2018/2/layout/IconVerticalSolidList"/>
    <dgm:cxn modelId="{01BBE3D2-077B-454F-881E-E3C96B47BDAB}" type="presParOf" srcId="{39EEF659-0343-4EFA-B651-EB7ECB03564E}" destId="{792C4F65-7471-4EAB-B028-83D8A5B32B12}" srcOrd="1" destOrd="0" presId="urn:microsoft.com/office/officeart/2018/2/layout/IconVerticalSolidList"/>
    <dgm:cxn modelId="{68F9FAC1-11EC-496B-BD29-58026380252F}" type="presParOf" srcId="{39EEF659-0343-4EFA-B651-EB7ECB03564E}" destId="{E1669C11-BD29-4AFA-98DE-E878B683AA42}" srcOrd="2" destOrd="0" presId="urn:microsoft.com/office/officeart/2018/2/layout/IconVerticalSolidList"/>
    <dgm:cxn modelId="{F5141758-7411-43E7-83CC-772B1C492757}" type="presParOf" srcId="{39EEF659-0343-4EFA-B651-EB7ECB03564E}" destId="{9CD5BD7E-68C6-4FAF-92E9-095FA90CD9D1}" srcOrd="3" destOrd="0" presId="urn:microsoft.com/office/officeart/2018/2/layout/IconVerticalSolidList"/>
    <dgm:cxn modelId="{AED6CC6B-A584-4EDE-9350-A516CE9E73EE}" type="presParOf" srcId="{21626D93-7810-4725-9036-188A202670AD}" destId="{5F9A39E5-469F-4DD1-8CD1-4D10255CA6D9}" srcOrd="9" destOrd="0" presId="urn:microsoft.com/office/officeart/2018/2/layout/IconVerticalSolidList"/>
    <dgm:cxn modelId="{FC516C33-09D3-49D6-BAF6-65E7482B58CE}" type="presParOf" srcId="{21626D93-7810-4725-9036-188A202670AD}" destId="{FEB89969-A46B-4FBE-9D41-736B9A85578F}" srcOrd="10" destOrd="0" presId="urn:microsoft.com/office/officeart/2018/2/layout/IconVerticalSolidList"/>
    <dgm:cxn modelId="{8A29F14B-6330-4178-A007-842E22CF7358}" type="presParOf" srcId="{FEB89969-A46B-4FBE-9D41-736B9A85578F}" destId="{FB05EA85-9083-4613-827E-F724B6616764}" srcOrd="0" destOrd="0" presId="urn:microsoft.com/office/officeart/2018/2/layout/IconVerticalSolidList"/>
    <dgm:cxn modelId="{10F87435-1EB4-487D-9CEE-67785CC0E141}" type="presParOf" srcId="{FEB89969-A46B-4FBE-9D41-736B9A85578F}" destId="{C3DB7B85-3BCF-42BC-989B-A00398FEDCDA}" srcOrd="1" destOrd="0" presId="urn:microsoft.com/office/officeart/2018/2/layout/IconVerticalSolidList"/>
    <dgm:cxn modelId="{7B0B0BB7-A6E9-4736-98B6-614B2C4C01B9}" type="presParOf" srcId="{FEB89969-A46B-4FBE-9D41-736B9A85578F}" destId="{492E1A38-3B9D-4951-AE99-75278E642E44}" srcOrd="2" destOrd="0" presId="urn:microsoft.com/office/officeart/2018/2/layout/IconVerticalSolidList"/>
    <dgm:cxn modelId="{F50FD8F3-5363-4087-8361-6D903EFE69A3}" type="presParOf" srcId="{FEB89969-A46B-4FBE-9D41-736B9A85578F}" destId="{19DFF191-3060-4985-97E4-8116E983293B}" srcOrd="3" destOrd="0" presId="urn:microsoft.com/office/officeart/2018/2/layout/IconVerticalSolidList"/>
    <dgm:cxn modelId="{1107ED49-20B2-40C6-AAB0-26254A339843}" type="presParOf" srcId="{21626D93-7810-4725-9036-188A202670AD}" destId="{5F506E2E-E2F6-4B25-8204-10898A37D59C}" srcOrd="11" destOrd="0" presId="urn:microsoft.com/office/officeart/2018/2/layout/IconVerticalSolidList"/>
    <dgm:cxn modelId="{A402CF01-6D06-4BE6-BAB1-FC5E47F871BA}" type="presParOf" srcId="{21626D93-7810-4725-9036-188A202670AD}" destId="{4C3F05B7-5F3D-4B54-AA2D-63B6067ED0D8}" srcOrd="12" destOrd="0" presId="urn:microsoft.com/office/officeart/2018/2/layout/IconVerticalSolidList"/>
    <dgm:cxn modelId="{907DCA58-F595-4E54-B95B-2B20F3F1B009}" type="presParOf" srcId="{4C3F05B7-5F3D-4B54-AA2D-63B6067ED0D8}" destId="{ABF5B9B3-9E83-4FE2-B758-E0BABD40595C}" srcOrd="0" destOrd="0" presId="urn:microsoft.com/office/officeart/2018/2/layout/IconVerticalSolidList"/>
    <dgm:cxn modelId="{41491F72-E2BB-4B39-B25B-BA36D72FBBE2}" type="presParOf" srcId="{4C3F05B7-5F3D-4B54-AA2D-63B6067ED0D8}" destId="{7B2771D1-FF02-4A47-8B2F-D0DC7CF58AC5}" srcOrd="1" destOrd="0" presId="urn:microsoft.com/office/officeart/2018/2/layout/IconVerticalSolidList"/>
    <dgm:cxn modelId="{544C67D4-3B9F-48C8-98A5-4BE693B59F76}" type="presParOf" srcId="{4C3F05B7-5F3D-4B54-AA2D-63B6067ED0D8}" destId="{8C7D7649-1A5E-416C-A04E-862299B378E8}" srcOrd="2" destOrd="0" presId="urn:microsoft.com/office/officeart/2018/2/layout/IconVerticalSolidList"/>
    <dgm:cxn modelId="{985CAB66-013B-4398-88B8-8F045E6A04D6}" type="presParOf" srcId="{4C3F05B7-5F3D-4B54-AA2D-63B6067ED0D8}" destId="{28B3C744-0848-43B2-A652-A07C15902E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8AD22B-8A35-47A4-96A0-367E52D592B9}" type="doc">
      <dgm:prSet loTypeId="urn:microsoft.com/office/officeart/2005/8/layout/arrow5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6AE7AFB-EC97-4F28-A656-D369F727F042}">
      <dgm:prSet/>
      <dgm:spPr/>
      <dgm:t>
        <a:bodyPr/>
        <a:lstStyle/>
        <a:p>
          <a:r>
            <a:rPr lang="en-US" dirty="0"/>
            <a:t>✅ Configuration propagation time reduced from 1 hour → 1 minute.</a:t>
          </a:r>
        </a:p>
      </dgm:t>
    </dgm:pt>
    <dgm:pt modelId="{14ED5639-98FD-44EF-8101-472FC51FF6D9}" type="parTrans" cxnId="{93343D0E-8B0F-4D7B-8A80-341EA8D3B309}">
      <dgm:prSet/>
      <dgm:spPr/>
      <dgm:t>
        <a:bodyPr/>
        <a:lstStyle/>
        <a:p>
          <a:endParaRPr lang="en-US"/>
        </a:p>
      </dgm:t>
    </dgm:pt>
    <dgm:pt modelId="{03EAFCEC-97EC-4C82-B0B7-F5DC3DED3BBD}" type="sibTrans" cxnId="{93343D0E-8B0F-4D7B-8A80-341EA8D3B309}">
      <dgm:prSet/>
      <dgm:spPr/>
      <dgm:t>
        <a:bodyPr/>
        <a:lstStyle/>
        <a:p>
          <a:endParaRPr lang="en-US"/>
        </a:p>
      </dgm:t>
    </dgm:pt>
    <dgm:pt modelId="{3CE78BC0-68B3-4992-BC06-FD784ACE2649}">
      <dgm:prSet/>
      <dgm:spPr/>
      <dgm:t>
        <a:bodyPr/>
        <a:lstStyle/>
        <a:p>
          <a:r>
            <a:rPr lang="en-US" dirty="0"/>
            <a:t>✅ Authors can collaborate without locking.</a:t>
          </a:r>
        </a:p>
      </dgm:t>
    </dgm:pt>
    <dgm:pt modelId="{83AAD1C2-B97A-40C5-BD4C-DA542D6296E8}" type="parTrans" cxnId="{5DCE523D-57FC-4C04-A4A1-69783551104A}">
      <dgm:prSet/>
      <dgm:spPr/>
      <dgm:t>
        <a:bodyPr/>
        <a:lstStyle/>
        <a:p>
          <a:endParaRPr lang="en-US"/>
        </a:p>
      </dgm:t>
    </dgm:pt>
    <dgm:pt modelId="{EDAF3AD4-6400-41B6-8863-82A6319AE0CE}" type="sibTrans" cxnId="{5DCE523D-57FC-4C04-A4A1-69783551104A}">
      <dgm:prSet/>
      <dgm:spPr/>
      <dgm:t>
        <a:bodyPr/>
        <a:lstStyle/>
        <a:p>
          <a:endParaRPr lang="en-US"/>
        </a:p>
      </dgm:t>
    </dgm:pt>
    <dgm:pt modelId="{EC16340A-7705-474F-948E-8E70547867F0}">
      <dgm:prSet/>
      <dgm:spPr/>
      <dgm:t>
        <a:bodyPr/>
        <a:lstStyle/>
        <a:p>
          <a:r>
            <a:rPr lang="en-US" dirty="0"/>
            <a:t>✅ Configs fully versioned &amp; rollback ready.</a:t>
          </a:r>
        </a:p>
      </dgm:t>
    </dgm:pt>
    <dgm:pt modelId="{7A826F93-C30F-4936-A078-0E8EA0FD9741}" type="parTrans" cxnId="{CC50DD04-659E-4CA6-A150-ABF6E0847738}">
      <dgm:prSet/>
      <dgm:spPr/>
      <dgm:t>
        <a:bodyPr/>
        <a:lstStyle/>
        <a:p>
          <a:endParaRPr lang="en-US"/>
        </a:p>
      </dgm:t>
    </dgm:pt>
    <dgm:pt modelId="{F4B9480E-8970-4627-A83E-0F0F1474FCF9}" type="sibTrans" cxnId="{CC50DD04-659E-4CA6-A150-ABF6E0847738}">
      <dgm:prSet/>
      <dgm:spPr/>
      <dgm:t>
        <a:bodyPr/>
        <a:lstStyle/>
        <a:p>
          <a:endParaRPr lang="en-US"/>
        </a:p>
      </dgm:t>
    </dgm:pt>
    <dgm:pt modelId="{BEE61070-2D04-4CDA-AEE8-45458182B3F1}">
      <dgm:prSet/>
      <dgm:spPr/>
      <dgm:t>
        <a:bodyPr/>
        <a:lstStyle/>
        <a:p>
          <a:r>
            <a:rPr lang="en-US" dirty="0"/>
            <a:t>✅ Secure &amp; automated management.</a:t>
          </a:r>
        </a:p>
      </dgm:t>
    </dgm:pt>
    <dgm:pt modelId="{0EEAB0F5-BFA5-4E02-98DD-4392B695AAEA}" type="parTrans" cxnId="{75F5A556-04E7-4143-8A26-6FD18473F824}">
      <dgm:prSet/>
      <dgm:spPr/>
      <dgm:t>
        <a:bodyPr/>
        <a:lstStyle/>
        <a:p>
          <a:endParaRPr lang="en-US"/>
        </a:p>
      </dgm:t>
    </dgm:pt>
    <dgm:pt modelId="{F5C32381-481E-4E05-BAB1-1A284C0E8ECE}" type="sibTrans" cxnId="{75F5A556-04E7-4143-8A26-6FD18473F824}">
      <dgm:prSet/>
      <dgm:spPr/>
      <dgm:t>
        <a:bodyPr/>
        <a:lstStyle/>
        <a:p>
          <a:endParaRPr lang="en-US"/>
        </a:p>
      </dgm:t>
    </dgm:pt>
    <dgm:pt modelId="{41C2FC56-1A03-4C46-BD1C-701E624AB0A8}">
      <dgm:prSet/>
      <dgm:spPr/>
      <dgm:t>
        <a:bodyPr/>
        <a:lstStyle/>
        <a:p>
          <a:r>
            <a:rPr lang="en-US" dirty="0"/>
            <a:t>✅ Reduced load on CMS and Platform teams.</a:t>
          </a:r>
        </a:p>
      </dgm:t>
    </dgm:pt>
    <dgm:pt modelId="{C1E62BFA-1319-4469-9416-476557DA8ED7}" type="parTrans" cxnId="{BCADE279-9BD5-41F8-8811-5E899215C9CF}">
      <dgm:prSet/>
      <dgm:spPr/>
      <dgm:t>
        <a:bodyPr/>
        <a:lstStyle/>
        <a:p>
          <a:endParaRPr lang="en-US"/>
        </a:p>
      </dgm:t>
    </dgm:pt>
    <dgm:pt modelId="{11939873-B3EA-4B98-BFF8-DE027010B931}" type="sibTrans" cxnId="{BCADE279-9BD5-41F8-8811-5E899215C9CF}">
      <dgm:prSet/>
      <dgm:spPr/>
      <dgm:t>
        <a:bodyPr/>
        <a:lstStyle/>
        <a:p>
          <a:endParaRPr lang="en-US"/>
        </a:p>
      </dgm:t>
    </dgm:pt>
    <dgm:pt modelId="{D6405A12-9D2A-4BF0-8519-1F35674A6542}" type="pres">
      <dgm:prSet presAssocID="{118AD22B-8A35-47A4-96A0-367E52D592B9}" presName="diagram" presStyleCnt="0">
        <dgm:presLayoutVars>
          <dgm:dir/>
          <dgm:resizeHandles val="exact"/>
        </dgm:presLayoutVars>
      </dgm:prSet>
      <dgm:spPr/>
    </dgm:pt>
    <dgm:pt modelId="{F1BD701F-8927-453A-81D0-B1B6917B60D6}" type="pres">
      <dgm:prSet presAssocID="{B6AE7AFB-EC97-4F28-A656-D369F727F042}" presName="arrow" presStyleLbl="node1" presStyleIdx="0" presStyleCnt="5">
        <dgm:presLayoutVars>
          <dgm:bulletEnabled val="1"/>
        </dgm:presLayoutVars>
      </dgm:prSet>
      <dgm:spPr/>
    </dgm:pt>
    <dgm:pt modelId="{52E9657B-E934-4FF8-9349-46E75D2A1E0B}" type="pres">
      <dgm:prSet presAssocID="{3CE78BC0-68B3-4992-BC06-FD784ACE2649}" presName="arrow" presStyleLbl="node1" presStyleIdx="1" presStyleCnt="5">
        <dgm:presLayoutVars>
          <dgm:bulletEnabled val="1"/>
        </dgm:presLayoutVars>
      </dgm:prSet>
      <dgm:spPr/>
    </dgm:pt>
    <dgm:pt modelId="{C19CE2F3-6F01-4DA9-820B-C1B0631C0A5F}" type="pres">
      <dgm:prSet presAssocID="{EC16340A-7705-474F-948E-8E70547867F0}" presName="arrow" presStyleLbl="node1" presStyleIdx="2" presStyleCnt="5">
        <dgm:presLayoutVars>
          <dgm:bulletEnabled val="1"/>
        </dgm:presLayoutVars>
      </dgm:prSet>
      <dgm:spPr/>
    </dgm:pt>
    <dgm:pt modelId="{18CFE2E3-7589-47BF-ADE1-0F8F600B2366}" type="pres">
      <dgm:prSet presAssocID="{BEE61070-2D04-4CDA-AEE8-45458182B3F1}" presName="arrow" presStyleLbl="node1" presStyleIdx="3" presStyleCnt="5">
        <dgm:presLayoutVars>
          <dgm:bulletEnabled val="1"/>
        </dgm:presLayoutVars>
      </dgm:prSet>
      <dgm:spPr/>
    </dgm:pt>
    <dgm:pt modelId="{7FE52D73-FCDA-40AB-BAB6-2A520058197E}" type="pres">
      <dgm:prSet presAssocID="{41C2FC56-1A03-4C46-BD1C-701E624AB0A8}" presName="arrow" presStyleLbl="node1" presStyleIdx="4" presStyleCnt="5">
        <dgm:presLayoutVars>
          <dgm:bulletEnabled val="1"/>
        </dgm:presLayoutVars>
      </dgm:prSet>
      <dgm:spPr/>
    </dgm:pt>
  </dgm:ptLst>
  <dgm:cxnLst>
    <dgm:cxn modelId="{CC50DD04-659E-4CA6-A150-ABF6E0847738}" srcId="{118AD22B-8A35-47A4-96A0-367E52D592B9}" destId="{EC16340A-7705-474F-948E-8E70547867F0}" srcOrd="2" destOrd="0" parTransId="{7A826F93-C30F-4936-A078-0E8EA0FD9741}" sibTransId="{F4B9480E-8970-4627-A83E-0F0F1474FCF9}"/>
    <dgm:cxn modelId="{93343D0E-8B0F-4D7B-8A80-341EA8D3B309}" srcId="{118AD22B-8A35-47A4-96A0-367E52D592B9}" destId="{B6AE7AFB-EC97-4F28-A656-D369F727F042}" srcOrd="0" destOrd="0" parTransId="{14ED5639-98FD-44EF-8101-472FC51FF6D9}" sibTransId="{03EAFCEC-97EC-4C82-B0B7-F5DC3DED3BBD}"/>
    <dgm:cxn modelId="{6D039437-00EF-4137-8548-9AA396950769}" type="presOf" srcId="{BEE61070-2D04-4CDA-AEE8-45458182B3F1}" destId="{18CFE2E3-7589-47BF-ADE1-0F8F600B2366}" srcOrd="0" destOrd="0" presId="urn:microsoft.com/office/officeart/2005/8/layout/arrow5"/>
    <dgm:cxn modelId="{5DCE523D-57FC-4C04-A4A1-69783551104A}" srcId="{118AD22B-8A35-47A4-96A0-367E52D592B9}" destId="{3CE78BC0-68B3-4992-BC06-FD784ACE2649}" srcOrd="1" destOrd="0" parTransId="{83AAD1C2-B97A-40C5-BD4C-DA542D6296E8}" sibTransId="{EDAF3AD4-6400-41B6-8863-82A6319AE0CE}"/>
    <dgm:cxn modelId="{B7EBCF47-21B7-49B2-93E6-646DEEB7EB14}" type="presOf" srcId="{B6AE7AFB-EC97-4F28-A656-D369F727F042}" destId="{F1BD701F-8927-453A-81D0-B1B6917B60D6}" srcOrd="0" destOrd="0" presId="urn:microsoft.com/office/officeart/2005/8/layout/arrow5"/>
    <dgm:cxn modelId="{0F536E74-30DE-4CA5-AD5E-6078EEFA181C}" type="presOf" srcId="{41C2FC56-1A03-4C46-BD1C-701E624AB0A8}" destId="{7FE52D73-FCDA-40AB-BAB6-2A520058197E}" srcOrd="0" destOrd="0" presId="urn:microsoft.com/office/officeart/2005/8/layout/arrow5"/>
    <dgm:cxn modelId="{75F5A556-04E7-4143-8A26-6FD18473F824}" srcId="{118AD22B-8A35-47A4-96A0-367E52D592B9}" destId="{BEE61070-2D04-4CDA-AEE8-45458182B3F1}" srcOrd="3" destOrd="0" parTransId="{0EEAB0F5-BFA5-4E02-98DD-4392B695AAEA}" sibTransId="{F5C32381-481E-4E05-BAB1-1A284C0E8ECE}"/>
    <dgm:cxn modelId="{BCADE279-9BD5-41F8-8811-5E899215C9CF}" srcId="{118AD22B-8A35-47A4-96A0-367E52D592B9}" destId="{41C2FC56-1A03-4C46-BD1C-701E624AB0A8}" srcOrd="4" destOrd="0" parTransId="{C1E62BFA-1319-4469-9416-476557DA8ED7}" sibTransId="{11939873-B3EA-4B98-BFF8-DE027010B931}"/>
    <dgm:cxn modelId="{151351B5-B598-484A-B048-28C943FE7414}" type="presOf" srcId="{118AD22B-8A35-47A4-96A0-367E52D592B9}" destId="{D6405A12-9D2A-4BF0-8519-1F35674A6542}" srcOrd="0" destOrd="0" presId="urn:microsoft.com/office/officeart/2005/8/layout/arrow5"/>
    <dgm:cxn modelId="{73B5D6E7-B7C4-49B8-ADEC-B177B896E17E}" type="presOf" srcId="{EC16340A-7705-474F-948E-8E70547867F0}" destId="{C19CE2F3-6F01-4DA9-820B-C1B0631C0A5F}" srcOrd="0" destOrd="0" presId="urn:microsoft.com/office/officeart/2005/8/layout/arrow5"/>
    <dgm:cxn modelId="{2DB55BF2-807F-487A-8BFC-5E3876467D65}" type="presOf" srcId="{3CE78BC0-68B3-4992-BC06-FD784ACE2649}" destId="{52E9657B-E934-4FF8-9349-46E75D2A1E0B}" srcOrd="0" destOrd="0" presId="urn:microsoft.com/office/officeart/2005/8/layout/arrow5"/>
    <dgm:cxn modelId="{C9F77A5B-4F51-4C58-ADD0-F97025CF1180}" type="presParOf" srcId="{D6405A12-9D2A-4BF0-8519-1F35674A6542}" destId="{F1BD701F-8927-453A-81D0-B1B6917B60D6}" srcOrd="0" destOrd="0" presId="urn:microsoft.com/office/officeart/2005/8/layout/arrow5"/>
    <dgm:cxn modelId="{DD93059B-FD1A-4BE5-9672-B67DA0988695}" type="presParOf" srcId="{D6405A12-9D2A-4BF0-8519-1F35674A6542}" destId="{52E9657B-E934-4FF8-9349-46E75D2A1E0B}" srcOrd="1" destOrd="0" presId="urn:microsoft.com/office/officeart/2005/8/layout/arrow5"/>
    <dgm:cxn modelId="{07685B9F-4459-4497-B9EC-86A6B2690524}" type="presParOf" srcId="{D6405A12-9D2A-4BF0-8519-1F35674A6542}" destId="{C19CE2F3-6F01-4DA9-820B-C1B0631C0A5F}" srcOrd="2" destOrd="0" presId="urn:microsoft.com/office/officeart/2005/8/layout/arrow5"/>
    <dgm:cxn modelId="{79417EA7-9974-443C-8144-55F83B3E4567}" type="presParOf" srcId="{D6405A12-9D2A-4BF0-8519-1F35674A6542}" destId="{18CFE2E3-7589-47BF-ADE1-0F8F600B2366}" srcOrd="3" destOrd="0" presId="urn:microsoft.com/office/officeart/2005/8/layout/arrow5"/>
    <dgm:cxn modelId="{F0982E99-0594-4AF0-BB35-C93473A5A0F6}" type="presParOf" srcId="{D6405A12-9D2A-4BF0-8519-1F35674A6542}" destId="{7FE52D73-FCDA-40AB-BAB6-2A520058197E}" srcOrd="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1187EB-3035-4C6A-BBE2-44B888A9F5D1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BB9152-9ABD-4D0A-A61E-BEA47CAF32B1}">
      <dgm:prSet/>
      <dgm:spPr/>
      <dgm:t>
        <a:bodyPr/>
        <a:lstStyle/>
        <a:p>
          <a:r>
            <a:rPr lang="en-US"/>
            <a:t>Phase | Duration | Deliverable</a:t>
          </a:r>
        </a:p>
      </dgm:t>
    </dgm:pt>
    <dgm:pt modelId="{F0F06402-1216-43F1-94FC-80525E993C31}" type="parTrans" cxnId="{38200F4A-E1AE-4F99-80A4-BB900ED87398}">
      <dgm:prSet/>
      <dgm:spPr/>
      <dgm:t>
        <a:bodyPr/>
        <a:lstStyle/>
        <a:p>
          <a:endParaRPr lang="en-US"/>
        </a:p>
      </dgm:t>
    </dgm:pt>
    <dgm:pt modelId="{E50C8552-B812-4879-93CB-156C60554A64}" type="sibTrans" cxnId="{38200F4A-E1AE-4F99-80A4-BB900ED87398}">
      <dgm:prSet/>
      <dgm:spPr/>
      <dgm:t>
        <a:bodyPr/>
        <a:lstStyle/>
        <a:p>
          <a:endParaRPr lang="en-US"/>
        </a:p>
      </dgm:t>
    </dgm:pt>
    <dgm:pt modelId="{86066BE3-2A3D-48F1-B5F7-7CDB2C5EE07E}">
      <dgm:prSet/>
      <dgm:spPr/>
      <dgm:t>
        <a:bodyPr/>
        <a:lstStyle/>
        <a:p>
          <a:r>
            <a:rPr lang="en-US" dirty="0"/>
            <a:t>------|----------|-------------</a:t>
          </a:r>
        </a:p>
      </dgm:t>
    </dgm:pt>
    <dgm:pt modelId="{11094955-309E-4F8E-82D3-7CC7E259D3C5}" type="parTrans" cxnId="{23E8B672-FD55-43D1-AAE3-E537EFFA89CF}">
      <dgm:prSet/>
      <dgm:spPr/>
      <dgm:t>
        <a:bodyPr/>
        <a:lstStyle/>
        <a:p>
          <a:endParaRPr lang="en-US"/>
        </a:p>
      </dgm:t>
    </dgm:pt>
    <dgm:pt modelId="{250D1D63-6971-4374-9E32-4454ADFF2814}" type="sibTrans" cxnId="{23E8B672-FD55-43D1-AAE3-E537EFFA89CF}">
      <dgm:prSet/>
      <dgm:spPr/>
      <dgm:t>
        <a:bodyPr/>
        <a:lstStyle/>
        <a:p>
          <a:endParaRPr lang="en-US"/>
        </a:p>
      </dgm:t>
    </dgm:pt>
    <dgm:pt modelId="{43A90AAE-72F8-4809-B6A2-EEE49F631A5E}">
      <dgm:prSet/>
      <dgm:spPr/>
      <dgm:t>
        <a:bodyPr/>
        <a:lstStyle/>
        <a:p>
          <a:r>
            <a:rPr lang="en-US"/>
            <a:t>POC | 1 week | Config Server setup</a:t>
          </a:r>
        </a:p>
      </dgm:t>
    </dgm:pt>
    <dgm:pt modelId="{9ADD076E-6075-44DD-9590-8483F223C784}" type="parTrans" cxnId="{805FD399-E887-46AF-897B-0055FB790A1E}">
      <dgm:prSet/>
      <dgm:spPr/>
      <dgm:t>
        <a:bodyPr/>
        <a:lstStyle/>
        <a:p>
          <a:endParaRPr lang="en-US"/>
        </a:p>
      </dgm:t>
    </dgm:pt>
    <dgm:pt modelId="{DC9E46AC-258A-478F-963A-3C7B49C0737C}" type="sibTrans" cxnId="{805FD399-E887-46AF-897B-0055FB790A1E}">
      <dgm:prSet/>
      <dgm:spPr/>
      <dgm:t>
        <a:bodyPr/>
        <a:lstStyle/>
        <a:p>
          <a:endParaRPr lang="en-US"/>
        </a:p>
      </dgm:t>
    </dgm:pt>
    <dgm:pt modelId="{DA890866-924F-4569-A8B9-2A87E308D20E}">
      <dgm:prSet/>
      <dgm:spPr/>
      <dgm:t>
        <a:bodyPr/>
        <a:lstStyle/>
        <a:p>
          <a:r>
            <a:rPr lang="en-US"/>
            <a:t>Git Migration | 1 week | Configs migrated</a:t>
          </a:r>
        </a:p>
      </dgm:t>
    </dgm:pt>
    <dgm:pt modelId="{0F0DDFDC-F5D2-44A7-8D29-A707026BBF83}" type="parTrans" cxnId="{82FAD93B-371B-43D4-AD27-6B4107CC3866}">
      <dgm:prSet/>
      <dgm:spPr/>
      <dgm:t>
        <a:bodyPr/>
        <a:lstStyle/>
        <a:p>
          <a:endParaRPr lang="en-US"/>
        </a:p>
      </dgm:t>
    </dgm:pt>
    <dgm:pt modelId="{3F570292-93E5-40F8-B892-AB25C83F6E54}" type="sibTrans" cxnId="{82FAD93B-371B-43D4-AD27-6B4107CC3866}">
      <dgm:prSet/>
      <dgm:spPr/>
      <dgm:t>
        <a:bodyPr/>
        <a:lstStyle/>
        <a:p>
          <a:endParaRPr lang="en-US"/>
        </a:p>
      </dgm:t>
    </dgm:pt>
    <dgm:pt modelId="{E993D327-5F9E-4A86-9C73-608C1981C6DE}">
      <dgm:prSet/>
      <dgm:spPr/>
      <dgm:t>
        <a:bodyPr/>
        <a:lstStyle/>
        <a:p>
          <a:r>
            <a:rPr lang="en-US"/>
            <a:t>Integration | 2 weeks | AOESN client updates</a:t>
          </a:r>
        </a:p>
      </dgm:t>
    </dgm:pt>
    <dgm:pt modelId="{07448A32-5227-4474-9C4A-3D4322511AAE}" type="parTrans" cxnId="{FF4D50BA-D174-43EA-A8F5-8376AD60DA16}">
      <dgm:prSet/>
      <dgm:spPr/>
      <dgm:t>
        <a:bodyPr/>
        <a:lstStyle/>
        <a:p>
          <a:endParaRPr lang="en-US"/>
        </a:p>
      </dgm:t>
    </dgm:pt>
    <dgm:pt modelId="{9F163A86-31D4-4110-924B-336D2E1D1EA1}" type="sibTrans" cxnId="{FF4D50BA-D174-43EA-A8F5-8376AD60DA16}">
      <dgm:prSet/>
      <dgm:spPr/>
      <dgm:t>
        <a:bodyPr/>
        <a:lstStyle/>
        <a:p>
          <a:endParaRPr lang="en-US"/>
        </a:p>
      </dgm:t>
    </dgm:pt>
    <dgm:pt modelId="{CCC98464-3E23-4899-894E-7AA36858FBB3}">
      <dgm:prSet/>
      <dgm:spPr/>
      <dgm:t>
        <a:bodyPr/>
        <a:lstStyle/>
        <a:p>
          <a:r>
            <a:rPr lang="en-US"/>
            <a:t>Testing | 1 week | Functional + regression testing</a:t>
          </a:r>
        </a:p>
      </dgm:t>
    </dgm:pt>
    <dgm:pt modelId="{533C304F-BB92-4852-9EB0-3CB80BDAA610}" type="parTrans" cxnId="{7B8E21A4-D7A2-4ED1-9281-4F7170F69E1C}">
      <dgm:prSet/>
      <dgm:spPr/>
      <dgm:t>
        <a:bodyPr/>
        <a:lstStyle/>
        <a:p>
          <a:endParaRPr lang="en-US"/>
        </a:p>
      </dgm:t>
    </dgm:pt>
    <dgm:pt modelId="{8806F6DE-639A-4763-8918-FB447796C7B9}" type="sibTrans" cxnId="{7B8E21A4-D7A2-4ED1-9281-4F7170F69E1C}">
      <dgm:prSet/>
      <dgm:spPr/>
      <dgm:t>
        <a:bodyPr/>
        <a:lstStyle/>
        <a:p>
          <a:endParaRPr lang="en-US"/>
        </a:p>
      </dgm:t>
    </dgm:pt>
    <dgm:pt modelId="{6950D77B-7790-441E-9605-CBC15EF48E93}">
      <dgm:prSet/>
      <dgm:spPr/>
      <dgm:t>
        <a:bodyPr/>
        <a:lstStyle/>
        <a:p>
          <a:r>
            <a:rPr lang="en-US"/>
            <a:t>Go-Live | 1 week | Production deployment</a:t>
          </a:r>
        </a:p>
      </dgm:t>
    </dgm:pt>
    <dgm:pt modelId="{15CBF7E9-C590-4C94-ABFD-53C56BC4E9AE}" type="parTrans" cxnId="{EB220086-7C72-45D1-ACB8-241E4567F0C6}">
      <dgm:prSet/>
      <dgm:spPr/>
      <dgm:t>
        <a:bodyPr/>
        <a:lstStyle/>
        <a:p>
          <a:endParaRPr lang="en-US"/>
        </a:p>
      </dgm:t>
    </dgm:pt>
    <dgm:pt modelId="{7809EE21-FA25-47C9-9546-815A8552E403}" type="sibTrans" cxnId="{EB220086-7C72-45D1-ACB8-241E4567F0C6}">
      <dgm:prSet/>
      <dgm:spPr/>
      <dgm:t>
        <a:bodyPr/>
        <a:lstStyle/>
        <a:p>
          <a:endParaRPr lang="en-US"/>
        </a:p>
      </dgm:t>
    </dgm:pt>
    <dgm:pt modelId="{1DAC4DD1-0BA0-4AFB-9D30-1642A22B742C}" type="pres">
      <dgm:prSet presAssocID="{331187EB-3035-4C6A-BBE2-44B888A9F5D1}" presName="diagram" presStyleCnt="0">
        <dgm:presLayoutVars>
          <dgm:dir/>
          <dgm:resizeHandles val="exact"/>
        </dgm:presLayoutVars>
      </dgm:prSet>
      <dgm:spPr/>
    </dgm:pt>
    <dgm:pt modelId="{8011279C-21A0-4B87-BD80-8BF91F291D7E}" type="pres">
      <dgm:prSet presAssocID="{F6BB9152-9ABD-4D0A-A61E-BEA47CAF32B1}" presName="arrow" presStyleLbl="node1" presStyleIdx="0" presStyleCnt="7">
        <dgm:presLayoutVars>
          <dgm:bulletEnabled val="1"/>
        </dgm:presLayoutVars>
      </dgm:prSet>
      <dgm:spPr/>
    </dgm:pt>
    <dgm:pt modelId="{E0455477-345D-4B8E-9E31-B139CB699D2D}" type="pres">
      <dgm:prSet presAssocID="{86066BE3-2A3D-48F1-B5F7-7CDB2C5EE07E}" presName="arrow" presStyleLbl="node1" presStyleIdx="1" presStyleCnt="7">
        <dgm:presLayoutVars>
          <dgm:bulletEnabled val="1"/>
        </dgm:presLayoutVars>
      </dgm:prSet>
      <dgm:spPr/>
    </dgm:pt>
    <dgm:pt modelId="{D8757F4F-A62B-426B-9136-1C79495217F3}" type="pres">
      <dgm:prSet presAssocID="{43A90AAE-72F8-4809-B6A2-EEE49F631A5E}" presName="arrow" presStyleLbl="node1" presStyleIdx="2" presStyleCnt="7">
        <dgm:presLayoutVars>
          <dgm:bulletEnabled val="1"/>
        </dgm:presLayoutVars>
      </dgm:prSet>
      <dgm:spPr/>
    </dgm:pt>
    <dgm:pt modelId="{110788EB-74E3-4489-81B5-3B52550B5DB2}" type="pres">
      <dgm:prSet presAssocID="{DA890866-924F-4569-A8B9-2A87E308D20E}" presName="arrow" presStyleLbl="node1" presStyleIdx="3" presStyleCnt="7">
        <dgm:presLayoutVars>
          <dgm:bulletEnabled val="1"/>
        </dgm:presLayoutVars>
      </dgm:prSet>
      <dgm:spPr/>
    </dgm:pt>
    <dgm:pt modelId="{771C714E-3E0A-47CE-A73D-5C422AA55383}" type="pres">
      <dgm:prSet presAssocID="{E993D327-5F9E-4A86-9C73-608C1981C6DE}" presName="arrow" presStyleLbl="node1" presStyleIdx="4" presStyleCnt="7">
        <dgm:presLayoutVars>
          <dgm:bulletEnabled val="1"/>
        </dgm:presLayoutVars>
      </dgm:prSet>
      <dgm:spPr/>
    </dgm:pt>
    <dgm:pt modelId="{48429BBA-E51E-4BC0-A6DE-1DEF39C192CC}" type="pres">
      <dgm:prSet presAssocID="{CCC98464-3E23-4899-894E-7AA36858FBB3}" presName="arrow" presStyleLbl="node1" presStyleIdx="5" presStyleCnt="7">
        <dgm:presLayoutVars>
          <dgm:bulletEnabled val="1"/>
        </dgm:presLayoutVars>
      </dgm:prSet>
      <dgm:spPr/>
    </dgm:pt>
    <dgm:pt modelId="{B4B02108-6A58-4680-9132-D6D795C77AC3}" type="pres">
      <dgm:prSet presAssocID="{6950D77B-7790-441E-9605-CBC15EF48E93}" presName="arrow" presStyleLbl="node1" presStyleIdx="6" presStyleCnt="7">
        <dgm:presLayoutVars>
          <dgm:bulletEnabled val="1"/>
        </dgm:presLayoutVars>
      </dgm:prSet>
      <dgm:spPr/>
    </dgm:pt>
  </dgm:ptLst>
  <dgm:cxnLst>
    <dgm:cxn modelId="{5EDAD302-E734-498A-85C5-2EB42D18DE50}" type="presOf" srcId="{DA890866-924F-4569-A8B9-2A87E308D20E}" destId="{110788EB-74E3-4489-81B5-3B52550B5DB2}" srcOrd="0" destOrd="0" presId="urn:microsoft.com/office/officeart/2005/8/layout/arrow5"/>
    <dgm:cxn modelId="{82FAD93B-371B-43D4-AD27-6B4107CC3866}" srcId="{331187EB-3035-4C6A-BBE2-44B888A9F5D1}" destId="{DA890866-924F-4569-A8B9-2A87E308D20E}" srcOrd="3" destOrd="0" parTransId="{0F0DDFDC-F5D2-44A7-8D29-A707026BBF83}" sibTransId="{3F570292-93E5-40F8-B892-AB25C83F6E54}"/>
    <dgm:cxn modelId="{38200F4A-E1AE-4F99-80A4-BB900ED87398}" srcId="{331187EB-3035-4C6A-BBE2-44B888A9F5D1}" destId="{F6BB9152-9ABD-4D0A-A61E-BEA47CAF32B1}" srcOrd="0" destOrd="0" parTransId="{F0F06402-1216-43F1-94FC-80525E993C31}" sibTransId="{E50C8552-B812-4879-93CB-156C60554A64}"/>
    <dgm:cxn modelId="{23E8B672-FD55-43D1-AAE3-E537EFFA89CF}" srcId="{331187EB-3035-4C6A-BBE2-44B888A9F5D1}" destId="{86066BE3-2A3D-48F1-B5F7-7CDB2C5EE07E}" srcOrd="1" destOrd="0" parTransId="{11094955-309E-4F8E-82D3-7CC7E259D3C5}" sibTransId="{250D1D63-6971-4374-9E32-4454ADFF2814}"/>
    <dgm:cxn modelId="{96E71C59-0450-4CEB-A4C7-72E79FB885A8}" type="presOf" srcId="{E993D327-5F9E-4A86-9C73-608C1981C6DE}" destId="{771C714E-3E0A-47CE-A73D-5C422AA55383}" srcOrd="0" destOrd="0" presId="urn:microsoft.com/office/officeart/2005/8/layout/arrow5"/>
    <dgm:cxn modelId="{5435D379-6372-4976-9C5B-9E78697D27C5}" type="presOf" srcId="{86066BE3-2A3D-48F1-B5F7-7CDB2C5EE07E}" destId="{E0455477-345D-4B8E-9E31-B139CB699D2D}" srcOrd="0" destOrd="0" presId="urn:microsoft.com/office/officeart/2005/8/layout/arrow5"/>
    <dgm:cxn modelId="{EB220086-7C72-45D1-ACB8-241E4567F0C6}" srcId="{331187EB-3035-4C6A-BBE2-44B888A9F5D1}" destId="{6950D77B-7790-441E-9605-CBC15EF48E93}" srcOrd="6" destOrd="0" parTransId="{15CBF7E9-C590-4C94-ABFD-53C56BC4E9AE}" sibTransId="{7809EE21-FA25-47C9-9546-815A8552E403}"/>
    <dgm:cxn modelId="{805FD399-E887-46AF-897B-0055FB790A1E}" srcId="{331187EB-3035-4C6A-BBE2-44B888A9F5D1}" destId="{43A90AAE-72F8-4809-B6A2-EEE49F631A5E}" srcOrd="2" destOrd="0" parTransId="{9ADD076E-6075-44DD-9590-8483F223C784}" sibTransId="{DC9E46AC-258A-478F-963A-3C7B49C0737C}"/>
    <dgm:cxn modelId="{C641039D-4321-4087-B71A-A484558C9001}" type="presOf" srcId="{331187EB-3035-4C6A-BBE2-44B888A9F5D1}" destId="{1DAC4DD1-0BA0-4AFB-9D30-1642A22B742C}" srcOrd="0" destOrd="0" presId="urn:microsoft.com/office/officeart/2005/8/layout/arrow5"/>
    <dgm:cxn modelId="{7B8E21A4-D7A2-4ED1-9281-4F7170F69E1C}" srcId="{331187EB-3035-4C6A-BBE2-44B888A9F5D1}" destId="{CCC98464-3E23-4899-894E-7AA36858FBB3}" srcOrd="5" destOrd="0" parTransId="{533C304F-BB92-4852-9EB0-3CB80BDAA610}" sibTransId="{8806F6DE-639A-4763-8918-FB447796C7B9}"/>
    <dgm:cxn modelId="{FF4D50BA-D174-43EA-A8F5-8376AD60DA16}" srcId="{331187EB-3035-4C6A-BBE2-44B888A9F5D1}" destId="{E993D327-5F9E-4A86-9C73-608C1981C6DE}" srcOrd="4" destOrd="0" parTransId="{07448A32-5227-4474-9C4A-3D4322511AAE}" sibTransId="{9F163A86-31D4-4110-924B-336D2E1D1EA1}"/>
    <dgm:cxn modelId="{892D53C4-38D3-47AD-BB87-13A1A6723491}" type="presOf" srcId="{F6BB9152-9ABD-4D0A-A61E-BEA47CAF32B1}" destId="{8011279C-21A0-4B87-BD80-8BF91F291D7E}" srcOrd="0" destOrd="0" presId="urn:microsoft.com/office/officeart/2005/8/layout/arrow5"/>
    <dgm:cxn modelId="{380034CD-4BE7-4DC6-9BAD-399A6DC33F48}" type="presOf" srcId="{6950D77B-7790-441E-9605-CBC15EF48E93}" destId="{B4B02108-6A58-4680-9132-D6D795C77AC3}" srcOrd="0" destOrd="0" presId="urn:microsoft.com/office/officeart/2005/8/layout/arrow5"/>
    <dgm:cxn modelId="{B827D9CD-5FAC-4B2E-A23A-E5CCD207A3F7}" type="presOf" srcId="{43A90AAE-72F8-4809-B6A2-EEE49F631A5E}" destId="{D8757F4F-A62B-426B-9136-1C79495217F3}" srcOrd="0" destOrd="0" presId="urn:microsoft.com/office/officeart/2005/8/layout/arrow5"/>
    <dgm:cxn modelId="{9F9C44D5-C187-4126-B540-A1E17F476E59}" type="presOf" srcId="{CCC98464-3E23-4899-894E-7AA36858FBB3}" destId="{48429BBA-E51E-4BC0-A6DE-1DEF39C192CC}" srcOrd="0" destOrd="0" presId="urn:microsoft.com/office/officeart/2005/8/layout/arrow5"/>
    <dgm:cxn modelId="{5267541E-74C6-423B-BAF5-53B6E6F42F3F}" type="presParOf" srcId="{1DAC4DD1-0BA0-4AFB-9D30-1642A22B742C}" destId="{8011279C-21A0-4B87-BD80-8BF91F291D7E}" srcOrd="0" destOrd="0" presId="urn:microsoft.com/office/officeart/2005/8/layout/arrow5"/>
    <dgm:cxn modelId="{7EEB998D-8E2B-4516-82E6-DE859BC82C1E}" type="presParOf" srcId="{1DAC4DD1-0BA0-4AFB-9D30-1642A22B742C}" destId="{E0455477-345D-4B8E-9E31-B139CB699D2D}" srcOrd="1" destOrd="0" presId="urn:microsoft.com/office/officeart/2005/8/layout/arrow5"/>
    <dgm:cxn modelId="{C7C2DDEC-2055-4650-BA2D-DBC2B9254770}" type="presParOf" srcId="{1DAC4DD1-0BA0-4AFB-9D30-1642A22B742C}" destId="{D8757F4F-A62B-426B-9136-1C79495217F3}" srcOrd="2" destOrd="0" presId="urn:microsoft.com/office/officeart/2005/8/layout/arrow5"/>
    <dgm:cxn modelId="{22374389-FC23-407A-A2B5-A2B89835B385}" type="presParOf" srcId="{1DAC4DD1-0BA0-4AFB-9D30-1642A22B742C}" destId="{110788EB-74E3-4489-81B5-3B52550B5DB2}" srcOrd="3" destOrd="0" presId="urn:microsoft.com/office/officeart/2005/8/layout/arrow5"/>
    <dgm:cxn modelId="{A7ADE51A-C61B-4C9E-A7F6-F6E66193A5DC}" type="presParOf" srcId="{1DAC4DD1-0BA0-4AFB-9D30-1642A22B742C}" destId="{771C714E-3E0A-47CE-A73D-5C422AA55383}" srcOrd="4" destOrd="0" presId="urn:microsoft.com/office/officeart/2005/8/layout/arrow5"/>
    <dgm:cxn modelId="{3BB9DB31-4054-446C-8E3C-85B9B25F9E46}" type="presParOf" srcId="{1DAC4DD1-0BA0-4AFB-9D30-1642A22B742C}" destId="{48429BBA-E51E-4BC0-A6DE-1DEF39C192CC}" srcOrd="5" destOrd="0" presId="urn:microsoft.com/office/officeart/2005/8/layout/arrow5"/>
    <dgm:cxn modelId="{6597C99B-05E7-4644-A71F-DA4A47F9C0FA}" type="presParOf" srcId="{1DAC4DD1-0BA0-4AFB-9D30-1642A22B742C}" destId="{B4B02108-6A58-4680-9132-D6D795C77AC3}" srcOrd="6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EC2E7FD-9EFA-4731-9A0B-73916568180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BD065F-C43F-492C-B60D-07316644476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CMS-based: Slow, manual, locked.</a:t>
          </a:r>
        </a:p>
      </dgm:t>
    </dgm:pt>
    <dgm:pt modelId="{53FE3A44-8B1C-445A-A38D-CBC1CC34D563}" type="parTrans" cxnId="{0140E3F3-AC66-472B-81F9-EE65DF711ED3}">
      <dgm:prSet/>
      <dgm:spPr/>
      <dgm:t>
        <a:bodyPr/>
        <a:lstStyle/>
        <a:p>
          <a:endParaRPr lang="en-US"/>
        </a:p>
      </dgm:t>
    </dgm:pt>
    <dgm:pt modelId="{D65B328D-793D-4052-B6AF-D24F1C844BEB}" type="sibTrans" cxnId="{0140E3F3-AC66-472B-81F9-EE65DF711ED3}">
      <dgm:prSet/>
      <dgm:spPr/>
      <dgm:t>
        <a:bodyPr/>
        <a:lstStyle/>
        <a:p>
          <a:endParaRPr lang="en-US"/>
        </a:p>
      </dgm:t>
    </dgm:pt>
    <dgm:pt modelId="{9A4E1E61-BAA7-477A-86C5-28B45649E0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Spring Config Server: Fast, versioned, automated.</a:t>
          </a:r>
        </a:p>
      </dgm:t>
    </dgm:pt>
    <dgm:pt modelId="{7E62DF31-55F1-4608-8FD0-B28FCE92736E}" type="parTrans" cxnId="{0EAFBF4E-964D-485D-B189-54AD06F4CC84}">
      <dgm:prSet/>
      <dgm:spPr/>
      <dgm:t>
        <a:bodyPr/>
        <a:lstStyle/>
        <a:p>
          <a:endParaRPr lang="en-US"/>
        </a:p>
      </dgm:t>
    </dgm:pt>
    <dgm:pt modelId="{8E8BFE6A-105E-4A40-BAF8-A03A7CE86A88}" type="sibTrans" cxnId="{0EAFBF4E-964D-485D-B189-54AD06F4CC84}">
      <dgm:prSet/>
      <dgm:spPr/>
      <dgm:t>
        <a:bodyPr/>
        <a:lstStyle/>
        <a:p>
          <a:endParaRPr lang="en-US"/>
        </a:p>
      </dgm:t>
    </dgm:pt>
    <dgm:pt modelId="{89E9A4C5-A679-47D4-AC8E-DF438265BD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Result: Efficient, collaborative, and auditable configuration management for AO MS.</a:t>
          </a:r>
        </a:p>
      </dgm:t>
    </dgm:pt>
    <dgm:pt modelId="{ECAF68F2-FDAA-46B8-98FB-7E855863F7AA}" type="parTrans" cxnId="{A7D59B0A-A121-4CDD-B687-4C3E879C12C7}">
      <dgm:prSet/>
      <dgm:spPr/>
      <dgm:t>
        <a:bodyPr/>
        <a:lstStyle/>
        <a:p>
          <a:endParaRPr lang="en-US"/>
        </a:p>
      </dgm:t>
    </dgm:pt>
    <dgm:pt modelId="{AE1DB965-380D-4C16-9E15-0B7015B86506}" type="sibTrans" cxnId="{A7D59B0A-A121-4CDD-B687-4C3E879C12C7}">
      <dgm:prSet/>
      <dgm:spPr/>
      <dgm:t>
        <a:bodyPr/>
        <a:lstStyle/>
        <a:p>
          <a:endParaRPr lang="en-US"/>
        </a:p>
      </dgm:t>
    </dgm:pt>
    <dgm:pt modelId="{73C57D35-19E2-47F6-9EE7-9A2BDB86B295}" type="pres">
      <dgm:prSet presAssocID="{BEC2E7FD-9EFA-4731-9A0B-739165681803}" presName="root" presStyleCnt="0">
        <dgm:presLayoutVars>
          <dgm:dir/>
          <dgm:resizeHandles val="exact"/>
        </dgm:presLayoutVars>
      </dgm:prSet>
      <dgm:spPr/>
    </dgm:pt>
    <dgm:pt modelId="{2F18290A-8510-4B90-BD71-43885B470B29}" type="pres">
      <dgm:prSet presAssocID="{F9BD065F-C43F-492C-B60D-073166444769}" presName="compNode" presStyleCnt="0"/>
      <dgm:spPr/>
    </dgm:pt>
    <dgm:pt modelId="{630EDBC0-D35E-435D-975B-4B59DDD7A720}" type="pres">
      <dgm:prSet presAssocID="{F9BD065F-C43F-492C-B60D-07316644476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8984089-7394-4F06-8EA5-AB3529022F22}" type="pres">
      <dgm:prSet presAssocID="{F9BD065F-C43F-492C-B60D-0731664447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779E5C9-2494-4FB1-9716-2B03D4298336}" type="pres">
      <dgm:prSet presAssocID="{F9BD065F-C43F-492C-B60D-073166444769}" presName="spaceRect" presStyleCnt="0"/>
      <dgm:spPr/>
    </dgm:pt>
    <dgm:pt modelId="{C4602C3E-DD01-4BE4-AAAD-CBD6C1A70297}" type="pres">
      <dgm:prSet presAssocID="{F9BD065F-C43F-492C-B60D-073166444769}" presName="textRect" presStyleLbl="revTx" presStyleIdx="0" presStyleCnt="3">
        <dgm:presLayoutVars>
          <dgm:chMax val="1"/>
          <dgm:chPref val="1"/>
        </dgm:presLayoutVars>
      </dgm:prSet>
      <dgm:spPr/>
    </dgm:pt>
    <dgm:pt modelId="{5F8F9A11-BB1C-41FF-A7D4-5BA701D6A1F1}" type="pres">
      <dgm:prSet presAssocID="{D65B328D-793D-4052-B6AF-D24F1C844BEB}" presName="sibTrans" presStyleCnt="0"/>
      <dgm:spPr/>
    </dgm:pt>
    <dgm:pt modelId="{4C2B43A4-6B8D-4972-B11B-8A7B55D7DEC3}" type="pres">
      <dgm:prSet presAssocID="{9A4E1E61-BAA7-477A-86C5-28B45649E02D}" presName="compNode" presStyleCnt="0"/>
      <dgm:spPr/>
    </dgm:pt>
    <dgm:pt modelId="{80ADC684-13C7-478F-9517-D5F5A1723413}" type="pres">
      <dgm:prSet presAssocID="{9A4E1E61-BAA7-477A-86C5-28B45649E02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3849639-D67D-49B9-B72E-19310DAEC4B3}" type="pres">
      <dgm:prSet presAssocID="{9A4E1E61-BAA7-477A-86C5-28B45649E0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AE04A4-40BF-4A19-9329-3731228C0EDA}" type="pres">
      <dgm:prSet presAssocID="{9A4E1E61-BAA7-477A-86C5-28B45649E02D}" presName="spaceRect" presStyleCnt="0"/>
      <dgm:spPr/>
    </dgm:pt>
    <dgm:pt modelId="{E7D42781-70F0-438A-BDD3-D33AA57E60DD}" type="pres">
      <dgm:prSet presAssocID="{9A4E1E61-BAA7-477A-86C5-28B45649E02D}" presName="textRect" presStyleLbl="revTx" presStyleIdx="1" presStyleCnt="3">
        <dgm:presLayoutVars>
          <dgm:chMax val="1"/>
          <dgm:chPref val="1"/>
        </dgm:presLayoutVars>
      </dgm:prSet>
      <dgm:spPr/>
    </dgm:pt>
    <dgm:pt modelId="{BBA3108C-7935-4C50-AC72-3087CDD3901C}" type="pres">
      <dgm:prSet presAssocID="{8E8BFE6A-105E-4A40-BAF8-A03A7CE86A88}" presName="sibTrans" presStyleCnt="0"/>
      <dgm:spPr/>
    </dgm:pt>
    <dgm:pt modelId="{64B04ECC-775C-4412-9A34-19CAA7DBD99D}" type="pres">
      <dgm:prSet presAssocID="{89E9A4C5-A679-47D4-AC8E-DF438265BDB9}" presName="compNode" presStyleCnt="0"/>
      <dgm:spPr/>
    </dgm:pt>
    <dgm:pt modelId="{10D5DA17-24C1-4A31-BBF1-6905B0D3515B}" type="pres">
      <dgm:prSet presAssocID="{89E9A4C5-A679-47D4-AC8E-DF438265BDB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262CEFA-10DF-4A04-9B68-039A5EE4824B}" type="pres">
      <dgm:prSet presAssocID="{89E9A4C5-A679-47D4-AC8E-DF438265BD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F9D3750-3E1F-4890-B071-0815E83C8D86}" type="pres">
      <dgm:prSet presAssocID="{89E9A4C5-A679-47D4-AC8E-DF438265BDB9}" presName="spaceRect" presStyleCnt="0"/>
      <dgm:spPr/>
    </dgm:pt>
    <dgm:pt modelId="{82037642-B23F-4C99-BDFD-AA1C21B04357}" type="pres">
      <dgm:prSet presAssocID="{89E9A4C5-A679-47D4-AC8E-DF438265BD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D59B0A-A121-4CDD-B687-4C3E879C12C7}" srcId="{BEC2E7FD-9EFA-4731-9A0B-739165681803}" destId="{89E9A4C5-A679-47D4-AC8E-DF438265BDB9}" srcOrd="2" destOrd="0" parTransId="{ECAF68F2-FDAA-46B8-98FB-7E855863F7AA}" sibTransId="{AE1DB965-380D-4C16-9E15-0B7015B86506}"/>
    <dgm:cxn modelId="{C7F3F61F-88D8-4807-AD5E-2D2E1D140447}" type="presOf" srcId="{89E9A4C5-A679-47D4-AC8E-DF438265BDB9}" destId="{82037642-B23F-4C99-BDFD-AA1C21B04357}" srcOrd="0" destOrd="0" presId="urn:microsoft.com/office/officeart/2018/5/layout/IconLeafLabelList"/>
    <dgm:cxn modelId="{0EAFBF4E-964D-485D-B189-54AD06F4CC84}" srcId="{BEC2E7FD-9EFA-4731-9A0B-739165681803}" destId="{9A4E1E61-BAA7-477A-86C5-28B45649E02D}" srcOrd="1" destOrd="0" parTransId="{7E62DF31-55F1-4608-8FD0-B28FCE92736E}" sibTransId="{8E8BFE6A-105E-4A40-BAF8-A03A7CE86A88}"/>
    <dgm:cxn modelId="{95F74C53-D482-468F-B05E-7FDC0800EF19}" type="presOf" srcId="{BEC2E7FD-9EFA-4731-9A0B-739165681803}" destId="{73C57D35-19E2-47F6-9EE7-9A2BDB86B295}" srcOrd="0" destOrd="0" presId="urn:microsoft.com/office/officeart/2018/5/layout/IconLeafLabelList"/>
    <dgm:cxn modelId="{FA345BA2-3086-4548-9806-A1EFA4FFEF1D}" type="presOf" srcId="{9A4E1E61-BAA7-477A-86C5-28B45649E02D}" destId="{E7D42781-70F0-438A-BDD3-D33AA57E60DD}" srcOrd="0" destOrd="0" presId="urn:microsoft.com/office/officeart/2018/5/layout/IconLeafLabelList"/>
    <dgm:cxn modelId="{C7FDBABB-17E6-440F-9F63-0C2E5286012F}" type="presOf" srcId="{F9BD065F-C43F-492C-B60D-073166444769}" destId="{C4602C3E-DD01-4BE4-AAAD-CBD6C1A70297}" srcOrd="0" destOrd="0" presId="urn:microsoft.com/office/officeart/2018/5/layout/IconLeafLabelList"/>
    <dgm:cxn modelId="{0140E3F3-AC66-472B-81F9-EE65DF711ED3}" srcId="{BEC2E7FD-9EFA-4731-9A0B-739165681803}" destId="{F9BD065F-C43F-492C-B60D-073166444769}" srcOrd="0" destOrd="0" parTransId="{53FE3A44-8B1C-445A-A38D-CBC1CC34D563}" sibTransId="{D65B328D-793D-4052-B6AF-D24F1C844BEB}"/>
    <dgm:cxn modelId="{56A17921-6744-497A-8D41-3AED3C09247C}" type="presParOf" srcId="{73C57D35-19E2-47F6-9EE7-9A2BDB86B295}" destId="{2F18290A-8510-4B90-BD71-43885B470B29}" srcOrd="0" destOrd="0" presId="urn:microsoft.com/office/officeart/2018/5/layout/IconLeafLabelList"/>
    <dgm:cxn modelId="{FBFBEF69-0B95-4DE5-9CA0-EB86511C6EDC}" type="presParOf" srcId="{2F18290A-8510-4B90-BD71-43885B470B29}" destId="{630EDBC0-D35E-435D-975B-4B59DDD7A720}" srcOrd="0" destOrd="0" presId="urn:microsoft.com/office/officeart/2018/5/layout/IconLeafLabelList"/>
    <dgm:cxn modelId="{105C5FE8-E0BB-40B3-8DF1-9877FB51585F}" type="presParOf" srcId="{2F18290A-8510-4B90-BD71-43885B470B29}" destId="{18984089-7394-4F06-8EA5-AB3529022F22}" srcOrd="1" destOrd="0" presId="urn:microsoft.com/office/officeart/2018/5/layout/IconLeafLabelList"/>
    <dgm:cxn modelId="{E879F420-C347-454A-BB16-EF069A0403AD}" type="presParOf" srcId="{2F18290A-8510-4B90-BD71-43885B470B29}" destId="{E779E5C9-2494-4FB1-9716-2B03D4298336}" srcOrd="2" destOrd="0" presId="urn:microsoft.com/office/officeart/2018/5/layout/IconLeafLabelList"/>
    <dgm:cxn modelId="{8CD1B4B9-3FCB-4423-92AC-C0701471844E}" type="presParOf" srcId="{2F18290A-8510-4B90-BD71-43885B470B29}" destId="{C4602C3E-DD01-4BE4-AAAD-CBD6C1A70297}" srcOrd="3" destOrd="0" presId="urn:microsoft.com/office/officeart/2018/5/layout/IconLeafLabelList"/>
    <dgm:cxn modelId="{7986AF5C-A7D4-4D29-A6F8-AC3CE1CE161A}" type="presParOf" srcId="{73C57D35-19E2-47F6-9EE7-9A2BDB86B295}" destId="{5F8F9A11-BB1C-41FF-A7D4-5BA701D6A1F1}" srcOrd="1" destOrd="0" presId="urn:microsoft.com/office/officeart/2018/5/layout/IconLeafLabelList"/>
    <dgm:cxn modelId="{1E7EBE5E-8BA4-465F-946C-AF66A10AED4B}" type="presParOf" srcId="{73C57D35-19E2-47F6-9EE7-9A2BDB86B295}" destId="{4C2B43A4-6B8D-4972-B11B-8A7B55D7DEC3}" srcOrd="2" destOrd="0" presId="urn:microsoft.com/office/officeart/2018/5/layout/IconLeafLabelList"/>
    <dgm:cxn modelId="{2D3C833E-1AFC-465D-878A-CDEAC98FC41D}" type="presParOf" srcId="{4C2B43A4-6B8D-4972-B11B-8A7B55D7DEC3}" destId="{80ADC684-13C7-478F-9517-D5F5A1723413}" srcOrd="0" destOrd="0" presId="urn:microsoft.com/office/officeart/2018/5/layout/IconLeafLabelList"/>
    <dgm:cxn modelId="{A5A7B2A2-6448-40EE-AC9A-80BE2B9EAF44}" type="presParOf" srcId="{4C2B43A4-6B8D-4972-B11B-8A7B55D7DEC3}" destId="{23849639-D67D-49B9-B72E-19310DAEC4B3}" srcOrd="1" destOrd="0" presId="urn:microsoft.com/office/officeart/2018/5/layout/IconLeafLabelList"/>
    <dgm:cxn modelId="{550C412E-B05D-4A8A-B1F0-EDAAE6225D8B}" type="presParOf" srcId="{4C2B43A4-6B8D-4972-B11B-8A7B55D7DEC3}" destId="{20AE04A4-40BF-4A19-9329-3731228C0EDA}" srcOrd="2" destOrd="0" presId="urn:microsoft.com/office/officeart/2018/5/layout/IconLeafLabelList"/>
    <dgm:cxn modelId="{DA297090-3396-460C-B7D0-7228CA7A34AF}" type="presParOf" srcId="{4C2B43A4-6B8D-4972-B11B-8A7B55D7DEC3}" destId="{E7D42781-70F0-438A-BDD3-D33AA57E60DD}" srcOrd="3" destOrd="0" presId="urn:microsoft.com/office/officeart/2018/5/layout/IconLeafLabelList"/>
    <dgm:cxn modelId="{6EFCCACE-5076-4F83-9476-73C53DD3CB8B}" type="presParOf" srcId="{73C57D35-19E2-47F6-9EE7-9A2BDB86B295}" destId="{BBA3108C-7935-4C50-AC72-3087CDD3901C}" srcOrd="3" destOrd="0" presId="urn:microsoft.com/office/officeart/2018/5/layout/IconLeafLabelList"/>
    <dgm:cxn modelId="{BE1E30E0-431A-4C8B-A96E-3B04B8DB7722}" type="presParOf" srcId="{73C57D35-19E2-47F6-9EE7-9A2BDB86B295}" destId="{64B04ECC-775C-4412-9A34-19CAA7DBD99D}" srcOrd="4" destOrd="0" presId="urn:microsoft.com/office/officeart/2018/5/layout/IconLeafLabelList"/>
    <dgm:cxn modelId="{AA3FEA27-C1DB-4B07-9B71-A83CCD9D264F}" type="presParOf" srcId="{64B04ECC-775C-4412-9A34-19CAA7DBD99D}" destId="{10D5DA17-24C1-4A31-BBF1-6905B0D3515B}" srcOrd="0" destOrd="0" presId="urn:microsoft.com/office/officeart/2018/5/layout/IconLeafLabelList"/>
    <dgm:cxn modelId="{96AF8DFE-D7EF-4F98-B43A-80A8C1E7A140}" type="presParOf" srcId="{64B04ECC-775C-4412-9A34-19CAA7DBD99D}" destId="{F262CEFA-10DF-4A04-9B68-039A5EE4824B}" srcOrd="1" destOrd="0" presId="urn:microsoft.com/office/officeart/2018/5/layout/IconLeafLabelList"/>
    <dgm:cxn modelId="{0C014D84-2073-4848-8F01-8D63235675F7}" type="presParOf" srcId="{64B04ECC-775C-4412-9A34-19CAA7DBD99D}" destId="{4F9D3750-3E1F-4890-B071-0815E83C8D86}" srcOrd="2" destOrd="0" presId="urn:microsoft.com/office/officeart/2018/5/layout/IconLeafLabelList"/>
    <dgm:cxn modelId="{0A9629A7-DB07-45E3-9B92-A0333E85D495}" type="presParOf" srcId="{64B04ECC-775C-4412-9A34-19CAA7DBD99D}" destId="{82037642-B23F-4C99-BDFD-AA1C21B0435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849FB-6758-4B5D-A31C-38DAFE3A9911}">
      <dsp:nvSpPr>
        <dsp:cNvPr id="0" name=""/>
        <dsp:cNvSpPr/>
      </dsp:nvSpPr>
      <dsp:spPr>
        <a:xfrm>
          <a:off x="1030879" y="829278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AA18C-2743-46BC-ACF1-D5447E30DF9B}">
      <dsp:nvSpPr>
        <dsp:cNvPr id="0" name=""/>
        <dsp:cNvSpPr/>
      </dsp:nvSpPr>
      <dsp:spPr>
        <a:xfrm>
          <a:off x="81097" y="278497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Reducing CMS dependency and improving configuration delivery speed</a:t>
          </a:r>
        </a:p>
      </dsp:txBody>
      <dsp:txXfrm>
        <a:off x="81097" y="2784977"/>
        <a:ext cx="3453750" cy="720000"/>
      </dsp:txXfrm>
    </dsp:sp>
    <dsp:sp modelId="{1901CD2E-4CB6-4203-8441-9F21EFECD52C}">
      <dsp:nvSpPr>
        <dsp:cNvPr id="0" name=""/>
        <dsp:cNvSpPr/>
      </dsp:nvSpPr>
      <dsp:spPr>
        <a:xfrm>
          <a:off x="5089035" y="829278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DA4D7-FAAE-46FD-A614-2F7B188C403B}">
      <dsp:nvSpPr>
        <dsp:cNvPr id="0" name=""/>
        <dsp:cNvSpPr/>
      </dsp:nvSpPr>
      <dsp:spPr>
        <a:xfrm>
          <a:off x="4139254" y="278497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Presented by: </a:t>
          </a:r>
          <a:r>
            <a:rPr lang="en-US" sz="1700" b="1" kern="1200" dirty="0"/>
            <a:t>Challa Chandra Babu Naidu &amp; Team</a:t>
          </a:r>
        </a:p>
      </dsp:txBody>
      <dsp:txXfrm>
        <a:off x="4139254" y="2784977"/>
        <a:ext cx="345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708FCB-4EFF-4871-893B-D74FC84F6CBE}">
      <dsp:nvSpPr>
        <dsp:cNvPr id="0" name=""/>
        <dsp:cNvSpPr/>
      </dsp:nvSpPr>
      <dsp:spPr>
        <a:xfrm>
          <a:off x="0" y="1402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62976-B6F8-480C-9D65-E07A71D3D666}">
      <dsp:nvSpPr>
        <dsp:cNvPr id="0" name=""/>
        <dsp:cNvSpPr/>
      </dsp:nvSpPr>
      <dsp:spPr>
        <a:xfrm>
          <a:off x="180726" y="135826"/>
          <a:ext cx="328592" cy="3285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70626-2E9A-4F57-A9F0-84AEB33CBA1D}">
      <dsp:nvSpPr>
        <dsp:cNvPr id="0" name=""/>
        <dsp:cNvSpPr/>
      </dsp:nvSpPr>
      <dsp:spPr>
        <a:xfrm>
          <a:off x="690045" y="1402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AOESN Microservices uses CMS to manage configuration files.</a:t>
          </a:r>
        </a:p>
      </dsp:txBody>
      <dsp:txXfrm>
        <a:off x="690045" y="1402"/>
        <a:ext cx="6984056" cy="597441"/>
      </dsp:txXfrm>
    </dsp:sp>
    <dsp:sp modelId="{FE2C786A-A154-4D9B-9AE4-457A8D0CE039}">
      <dsp:nvSpPr>
        <dsp:cNvPr id="0" name=""/>
        <dsp:cNvSpPr/>
      </dsp:nvSpPr>
      <dsp:spPr>
        <a:xfrm>
          <a:off x="0" y="748204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DB7C9-E976-4CD9-8AA9-A02B006C2194}">
      <dsp:nvSpPr>
        <dsp:cNvPr id="0" name=""/>
        <dsp:cNvSpPr/>
      </dsp:nvSpPr>
      <dsp:spPr>
        <a:xfrm>
          <a:off x="180726" y="882628"/>
          <a:ext cx="328592" cy="3285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3D364-A245-44C4-8820-A1B9E65766C5}">
      <dsp:nvSpPr>
        <dsp:cNvPr id="0" name=""/>
        <dsp:cNvSpPr/>
      </dsp:nvSpPr>
      <dsp:spPr>
        <a:xfrm>
          <a:off x="690045" y="748204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Publishing takes ~1 hour due to CMS pipelines.</a:t>
          </a:r>
        </a:p>
      </dsp:txBody>
      <dsp:txXfrm>
        <a:off x="690045" y="748204"/>
        <a:ext cx="6984056" cy="597441"/>
      </dsp:txXfrm>
    </dsp:sp>
    <dsp:sp modelId="{7EA1339A-42F4-4746-8521-C708B1667E4A}">
      <dsp:nvSpPr>
        <dsp:cNvPr id="0" name=""/>
        <dsp:cNvSpPr/>
      </dsp:nvSpPr>
      <dsp:spPr>
        <a:xfrm>
          <a:off x="0" y="1495006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F0FE9-5158-4FE1-ABAC-92532DDA01D6}">
      <dsp:nvSpPr>
        <dsp:cNvPr id="0" name=""/>
        <dsp:cNvSpPr/>
      </dsp:nvSpPr>
      <dsp:spPr>
        <a:xfrm>
          <a:off x="180726" y="1629430"/>
          <a:ext cx="328592" cy="3285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7AE8D-FFD6-4713-AFF0-F716D5B7F706}">
      <dsp:nvSpPr>
        <dsp:cNvPr id="0" name=""/>
        <dsp:cNvSpPr/>
      </dsp:nvSpPr>
      <dsp:spPr>
        <a:xfrm>
          <a:off x="690045" y="1495006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File checkout locks other authors until the publish completes.</a:t>
          </a:r>
        </a:p>
      </dsp:txBody>
      <dsp:txXfrm>
        <a:off x="690045" y="1495006"/>
        <a:ext cx="6984056" cy="597441"/>
      </dsp:txXfrm>
    </dsp:sp>
    <dsp:sp modelId="{BFA86BF2-FBA6-4BE5-9629-837E3B67BB37}">
      <dsp:nvSpPr>
        <dsp:cNvPr id="0" name=""/>
        <dsp:cNvSpPr/>
      </dsp:nvSpPr>
      <dsp:spPr>
        <a:xfrm>
          <a:off x="0" y="2241808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647FA-EC67-4542-A5AD-494B055FAA5C}">
      <dsp:nvSpPr>
        <dsp:cNvPr id="0" name=""/>
        <dsp:cNvSpPr/>
      </dsp:nvSpPr>
      <dsp:spPr>
        <a:xfrm>
          <a:off x="180726" y="2376232"/>
          <a:ext cx="328592" cy="3285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76EC3-C2DB-43D3-8808-64DF26EFA477}">
      <dsp:nvSpPr>
        <dsp:cNvPr id="0" name=""/>
        <dsp:cNvSpPr/>
      </dsp:nvSpPr>
      <dsp:spPr>
        <a:xfrm>
          <a:off x="690045" y="2241808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Manual publishing of config files required.</a:t>
          </a:r>
        </a:p>
      </dsp:txBody>
      <dsp:txXfrm>
        <a:off x="690045" y="2241808"/>
        <a:ext cx="6984056" cy="597441"/>
      </dsp:txXfrm>
    </dsp:sp>
    <dsp:sp modelId="{44F3833C-64C8-449B-AFA6-8608DF70F822}">
      <dsp:nvSpPr>
        <dsp:cNvPr id="0" name=""/>
        <dsp:cNvSpPr/>
      </dsp:nvSpPr>
      <dsp:spPr>
        <a:xfrm>
          <a:off x="0" y="2988610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8D40F-EB63-41E3-A273-131BAC03F4A1}">
      <dsp:nvSpPr>
        <dsp:cNvPr id="0" name=""/>
        <dsp:cNvSpPr/>
      </dsp:nvSpPr>
      <dsp:spPr>
        <a:xfrm>
          <a:off x="180726" y="3123034"/>
          <a:ext cx="328592" cy="3285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66D74A-4154-46D3-B830-0C1594702126}">
      <dsp:nvSpPr>
        <dsp:cNvPr id="0" name=""/>
        <dsp:cNvSpPr/>
      </dsp:nvSpPr>
      <dsp:spPr>
        <a:xfrm>
          <a:off x="690045" y="2988610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rollback/checkout option until the lock releases after prod publishing.</a:t>
          </a:r>
        </a:p>
      </dsp:txBody>
      <dsp:txXfrm>
        <a:off x="690045" y="2988610"/>
        <a:ext cx="6984056" cy="597441"/>
      </dsp:txXfrm>
    </dsp:sp>
    <dsp:sp modelId="{933CBB95-A197-483E-896C-5E282A5DA345}">
      <dsp:nvSpPr>
        <dsp:cNvPr id="0" name=""/>
        <dsp:cNvSpPr/>
      </dsp:nvSpPr>
      <dsp:spPr>
        <a:xfrm>
          <a:off x="0" y="3735412"/>
          <a:ext cx="7674102" cy="5974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A0D68-98F8-40B9-BE9F-7BA63D39B125}">
      <dsp:nvSpPr>
        <dsp:cNvPr id="0" name=""/>
        <dsp:cNvSpPr/>
      </dsp:nvSpPr>
      <dsp:spPr>
        <a:xfrm>
          <a:off x="180726" y="3869836"/>
          <a:ext cx="328592" cy="3285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0C404-EE2A-437F-BD94-7B3B92224249}">
      <dsp:nvSpPr>
        <dsp:cNvPr id="0" name=""/>
        <dsp:cNvSpPr/>
      </dsp:nvSpPr>
      <dsp:spPr>
        <a:xfrm>
          <a:off x="690045" y="3735412"/>
          <a:ext cx="6984056" cy="597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29" tIns="63229" rIns="63229" bIns="632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Impact: Slow changes, poor collaboration, and high maintenance overhead.</a:t>
          </a:r>
        </a:p>
      </dsp:txBody>
      <dsp:txXfrm>
        <a:off x="690045" y="3735412"/>
        <a:ext cx="6984056" cy="5974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9C164-8F76-4BCF-8BA1-4F378770539C}">
      <dsp:nvSpPr>
        <dsp:cNvPr id="0" name=""/>
        <dsp:cNvSpPr/>
      </dsp:nvSpPr>
      <dsp:spPr>
        <a:xfrm>
          <a:off x="277284" y="16496"/>
          <a:ext cx="942538" cy="9425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FB1C9-DFC7-46B8-AC20-D332555FF1F4}">
      <dsp:nvSpPr>
        <dsp:cNvPr id="0" name=""/>
        <dsp:cNvSpPr/>
      </dsp:nvSpPr>
      <dsp:spPr>
        <a:xfrm>
          <a:off x="475217" y="214429"/>
          <a:ext cx="546672" cy="5466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7E9BF-A575-4FFE-9A54-8485C003D747}">
      <dsp:nvSpPr>
        <dsp:cNvPr id="0" name=""/>
        <dsp:cNvSpPr/>
      </dsp:nvSpPr>
      <dsp:spPr>
        <a:xfrm>
          <a:off x="1421795" y="16496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Implement Spring Cloud Config Server backed by Git.</a:t>
          </a:r>
        </a:p>
      </dsp:txBody>
      <dsp:txXfrm>
        <a:off x="1421795" y="16496"/>
        <a:ext cx="2221698" cy="942538"/>
      </dsp:txXfrm>
    </dsp:sp>
    <dsp:sp modelId="{18AE3FA9-5C2C-461A-914D-F592554374C6}">
      <dsp:nvSpPr>
        <dsp:cNvPr id="0" name=""/>
        <dsp:cNvSpPr/>
      </dsp:nvSpPr>
      <dsp:spPr>
        <a:xfrm>
          <a:off x="4030608" y="16496"/>
          <a:ext cx="942538" cy="9425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9E94A-A5E7-4834-8299-FCE5140133FD}">
      <dsp:nvSpPr>
        <dsp:cNvPr id="0" name=""/>
        <dsp:cNvSpPr/>
      </dsp:nvSpPr>
      <dsp:spPr>
        <a:xfrm>
          <a:off x="4228541" y="214429"/>
          <a:ext cx="546672" cy="5466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92988-175C-49E6-8C05-BA7F2838BA4D}">
      <dsp:nvSpPr>
        <dsp:cNvPr id="0" name=""/>
        <dsp:cNvSpPr/>
      </dsp:nvSpPr>
      <dsp:spPr>
        <a:xfrm>
          <a:off x="5175119" y="16496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AO microservices fetch configuration directly from the Config Server.</a:t>
          </a:r>
        </a:p>
      </dsp:txBody>
      <dsp:txXfrm>
        <a:off x="5175119" y="16496"/>
        <a:ext cx="2221698" cy="942538"/>
      </dsp:txXfrm>
    </dsp:sp>
    <dsp:sp modelId="{8DA144AD-328A-4670-AF5E-5A8B803EA4B6}">
      <dsp:nvSpPr>
        <dsp:cNvPr id="0" name=""/>
        <dsp:cNvSpPr/>
      </dsp:nvSpPr>
      <dsp:spPr>
        <a:xfrm>
          <a:off x="277284" y="1695858"/>
          <a:ext cx="942538" cy="9425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AC9DA-904A-45B0-84EE-7CC6D4C1BBE1}">
      <dsp:nvSpPr>
        <dsp:cNvPr id="0" name=""/>
        <dsp:cNvSpPr/>
      </dsp:nvSpPr>
      <dsp:spPr>
        <a:xfrm>
          <a:off x="475217" y="1893791"/>
          <a:ext cx="546672" cy="5466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E514D-4365-4114-8ED7-AD75EAD22EE0}">
      <dsp:nvSpPr>
        <dsp:cNvPr id="0" name=""/>
        <dsp:cNvSpPr/>
      </dsp:nvSpPr>
      <dsp:spPr>
        <a:xfrm>
          <a:off x="1421795" y="1695858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Git repo serves as source of truth (version control + rollback).</a:t>
          </a:r>
        </a:p>
      </dsp:txBody>
      <dsp:txXfrm>
        <a:off x="1421795" y="1695858"/>
        <a:ext cx="2221698" cy="942538"/>
      </dsp:txXfrm>
    </dsp:sp>
    <dsp:sp modelId="{27F3A3FE-6B49-48C5-A669-A140972C61C8}">
      <dsp:nvSpPr>
        <dsp:cNvPr id="0" name=""/>
        <dsp:cNvSpPr/>
      </dsp:nvSpPr>
      <dsp:spPr>
        <a:xfrm>
          <a:off x="4030608" y="1695858"/>
          <a:ext cx="942538" cy="94253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61F80-C627-462A-A044-76FAE5C13780}">
      <dsp:nvSpPr>
        <dsp:cNvPr id="0" name=""/>
        <dsp:cNvSpPr/>
      </dsp:nvSpPr>
      <dsp:spPr>
        <a:xfrm>
          <a:off x="4228541" y="1893791"/>
          <a:ext cx="546672" cy="5466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9CCF6-AF8A-46D7-B22B-465FF977E271}">
      <dsp:nvSpPr>
        <dsp:cNvPr id="0" name=""/>
        <dsp:cNvSpPr/>
      </dsp:nvSpPr>
      <dsp:spPr>
        <a:xfrm>
          <a:off x="5175119" y="1695858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Real-time refresh via Spring Cloud refresh.</a:t>
          </a:r>
        </a:p>
      </dsp:txBody>
      <dsp:txXfrm>
        <a:off x="5175119" y="1695858"/>
        <a:ext cx="2221698" cy="942538"/>
      </dsp:txXfrm>
    </dsp:sp>
    <dsp:sp modelId="{EB1A5989-4555-4D77-BC9C-E4CF1387F6D8}">
      <dsp:nvSpPr>
        <dsp:cNvPr id="0" name=""/>
        <dsp:cNvSpPr/>
      </dsp:nvSpPr>
      <dsp:spPr>
        <a:xfrm>
          <a:off x="277284" y="3375220"/>
          <a:ext cx="942538" cy="94253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4E284-7F56-430F-9F74-3DB368246304}">
      <dsp:nvSpPr>
        <dsp:cNvPr id="0" name=""/>
        <dsp:cNvSpPr/>
      </dsp:nvSpPr>
      <dsp:spPr>
        <a:xfrm>
          <a:off x="475217" y="3573154"/>
          <a:ext cx="546672" cy="54667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7DA51-5F0C-40A9-955A-7BEC9CBC5EFA}">
      <dsp:nvSpPr>
        <dsp:cNvPr id="0" name=""/>
        <dsp:cNvSpPr/>
      </dsp:nvSpPr>
      <dsp:spPr>
        <a:xfrm>
          <a:off x="1421795" y="3375220"/>
          <a:ext cx="2221698" cy="942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CI/CD and security (Vault integration) supported.</a:t>
          </a:r>
        </a:p>
      </dsp:txBody>
      <dsp:txXfrm>
        <a:off x="1421795" y="3375220"/>
        <a:ext cx="2221698" cy="9425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6AD72-EDD3-4772-9242-2A39A52D36FD}">
      <dsp:nvSpPr>
        <dsp:cNvPr id="0" name=""/>
        <dsp:cNvSpPr/>
      </dsp:nvSpPr>
      <dsp:spPr>
        <a:xfrm>
          <a:off x="2436095" y="530586"/>
          <a:ext cx="4102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022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0189" y="574102"/>
        <a:ext cx="22041" cy="4408"/>
      </dsp:txXfrm>
    </dsp:sp>
    <dsp:sp modelId="{D6022390-3831-40F2-93D8-8BA2086D4758}">
      <dsp:nvSpPr>
        <dsp:cNvPr id="0" name=""/>
        <dsp:cNvSpPr/>
      </dsp:nvSpPr>
      <dsp:spPr>
        <a:xfrm>
          <a:off x="521243" y="1311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Flow:</a:t>
          </a:r>
        </a:p>
      </dsp:txBody>
      <dsp:txXfrm>
        <a:off x="521243" y="1311"/>
        <a:ext cx="1916651" cy="1149991"/>
      </dsp:txXfrm>
    </dsp:sp>
    <dsp:sp modelId="{9605D03F-72A2-4125-A9C2-DEB1F3D0063D}">
      <dsp:nvSpPr>
        <dsp:cNvPr id="0" name=""/>
        <dsp:cNvSpPr/>
      </dsp:nvSpPr>
      <dsp:spPr>
        <a:xfrm>
          <a:off x="4793576" y="530586"/>
          <a:ext cx="4102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0229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87671" y="574102"/>
        <a:ext cx="22041" cy="4408"/>
      </dsp:txXfrm>
    </dsp:sp>
    <dsp:sp modelId="{02AE25DD-46FB-4C48-8C94-233FA88C0FBF}">
      <dsp:nvSpPr>
        <dsp:cNvPr id="0" name=""/>
        <dsp:cNvSpPr/>
      </dsp:nvSpPr>
      <dsp:spPr>
        <a:xfrm>
          <a:off x="2878725" y="1311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Author → CMS (1 hr publish) → File System → AOESN Microservice reloads config</a:t>
          </a:r>
        </a:p>
      </dsp:txBody>
      <dsp:txXfrm>
        <a:off x="2878725" y="1311"/>
        <a:ext cx="1916651" cy="1149991"/>
      </dsp:txXfrm>
    </dsp:sp>
    <dsp:sp modelId="{CD6A2B31-828F-4670-B989-64255BA6BF0F}">
      <dsp:nvSpPr>
        <dsp:cNvPr id="0" name=""/>
        <dsp:cNvSpPr/>
      </dsp:nvSpPr>
      <dsp:spPr>
        <a:xfrm>
          <a:off x="1479569" y="1149502"/>
          <a:ext cx="4714963" cy="410229"/>
        </a:xfrm>
        <a:custGeom>
          <a:avLst/>
          <a:gdLst/>
          <a:ahLst/>
          <a:cxnLst/>
          <a:rect l="0" t="0" r="0" b="0"/>
          <a:pathLst>
            <a:path>
              <a:moveTo>
                <a:pt x="4714963" y="0"/>
              </a:moveTo>
              <a:lnTo>
                <a:pt x="4714963" y="222214"/>
              </a:lnTo>
              <a:lnTo>
                <a:pt x="0" y="222214"/>
              </a:lnTo>
              <a:lnTo>
                <a:pt x="0" y="410229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8662" y="1352413"/>
        <a:ext cx="236776" cy="4408"/>
      </dsp:txXfrm>
    </dsp:sp>
    <dsp:sp modelId="{88D5463C-2FD3-4908-98A7-013282A21B6C}">
      <dsp:nvSpPr>
        <dsp:cNvPr id="0" name=""/>
        <dsp:cNvSpPr/>
      </dsp:nvSpPr>
      <dsp:spPr>
        <a:xfrm>
          <a:off x="5236206" y="1311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Issues:</a:t>
          </a:r>
        </a:p>
      </dsp:txBody>
      <dsp:txXfrm>
        <a:off x="5236206" y="1311"/>
        <a:ext cx="1916651" cy="1149991"/>
      </dsp:txXfrm>
    </dsp:sp>
    <dsp:sp modelId="{511836CF-8031-4E5D-B4A7-0758B0D3163B}">
      <dsp:nvSpPr>
        <dsp:cNvPr id="0" name=""/>
        <dsp:cNvSpPr/>
      </dsp:nvSpPr>
      <dsp:spPr>
        <a:xfrm>
          <a:off x="2436095" y="2121408"/>
          <a:ext cx="4102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022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0189" y="2164923"/>
        <a:ext cx="22041" cy="4408"/>
      </dsp:txXfrm>
    </dsp:sp>
    <dsp:sp modelId="{947AE035-422B-42CC-A48F-D97697D475F0}">
      <dsp:nvSpPr>
        <dsp:cNvPr id="0" name=""/>
        <dsp:cNvSpPr/>
      </dsp:nvSpPr>
      <dsp:spPr>
        <a:xfrm>
          <a:off x="521243" y="1592132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High latency (1 hr delay)</a:t>
          </a:r>
        </a:p>
      </dsp:txBody>
      <dsp:txXfrm>
        <a:off x="521243" y="1592132"/>
        <a:ext cx="1916651" cy="1149991"/>
      </dsp:txXfrm>
    </dsp:sp>
    <dsp:sp modelId="{7F9D6C68-01CF-4ECF-882B-FE5D3D69E749}">
      <dsp:nvSpPr>
        <dsp:cNvPr id="0" name=""/>
        <dsp:cNvSpPr/>
      </dsp:nvSpPr>
      <dsp:spPr>
        <a:xfrm>
          <a:off x="4793576" y="2121408"/>
          <a:ext cx="4102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0229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87671" y="2164923"/>
        <a:ext cx="22041" cy="4408"/>
      </dsp:txXfrm>
    </dsp:sp>
    <dsp:sp modelId="{CA8B52FC-6C93-41FE-BF46-CCAF858C0A2E}">
      <dsp:nvSpPr>
        <dsp:cNvPr id="0" name=""/>
        <dsp:cNvSpPr/>
      </dsp:nvSpPr>
      <dsp:spPr>
        <a:xfrm>
          <a:off x="2878725" y="1592132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File locking during checkout</a:t>
          </a:r>
        </a:p>
      </dsp:txBody>
      <dsp:txXfrm>
        <a:off x="2878725" y="1592132"/>
        <a:ext cx="1916651" cy="1149991"/>
      </dsp:txXfrm>
    </dsp:sp>
    <dsp:sp modelId="{F89DEA88-8582-4340-930D-DAD308B0C18C}">
      <dsp:nvSpPr>
        <dsp:cNvPr id="0" name=""/>
        <dsp:cNvSpPr/>
      </dsp:nvSpPr>
      <dsp:spPr>
        <a:xfrm>
          <a:off x="1479569" y="2740323"/>
          <a:ext cx="4714963" cy="410229"/>
        </a:xfrm>
        <a:custGeom>
          <a:avLst/>
          <a:gdLst/>
          <a:ahLst/>
          <a:cxnLst/>
          <a:rect l="0" t="0" r="0" b="0"/>
          <a:pathLst>
            <a:path>
              <a:moveTo>
                <a:pt x="4714963" y="0"/>
              </a:moveTo>
              <a:lnTo>
                <a:pt x="4714963" y="222214"/>
              </a:lnTo>
              <a:lnTo>
                <a:pt x="0" y="222214"/>
              </a:lnTo>
              <a:lnTo>
                <a:pt x="0" y="410229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8662" y="2943234"/>
        <a:ext cx="236776" cy="4408"/>
      </dsp:txXfrm>
    </dsp:sp>
    <dsp:sp modelId="{D1B8EACC-BFEB-40B6-98E3-33ED95F1FB91}">
      <dsp:nvSpPr>
        <dsp:cNvPr id="0" name=""/>
        <dsp:cNvSpPr/>
      </dsp:nvSpPr>
      <dsp:spPr>
        <a:xfrm>
          <a:off x="5236206" y="1592132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Manual intervention</a:t>
          </a:r>
        </a:p>
      </dsp:txBody>
      <dsp:txXfrm>
        <a:off x="5236206" y="1592132"/>
        <a:ext cx="1916651" cy="1149991"/>
      </dsp:txXfrm>
    </dsp:sp>
    <dsp:sp modelId="{4F8126DC-3EE7-45D6-9265-E34E493738C2}">
      <dsp:nvSpPr>
        <dsp:cNvPr id="0" name=""/>
        <dsp:cNvSpPr/>
      </dsp:nvSpPr>
      <dsp:spPr>
        <a:xfrm>
          <a:off x="521243" y="3182953"/>
          <a:ext cx="1916651" cy="114999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918" tIns="98583" rIns="93918" bIns="9858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No version history or rollback</a:t>
          </a:r>
        </a:p>
      </dsp:txBody>
      <dsp:txXfrm>
        <a:off x="521243" y="3182953"/>
        <a:ext cx="1916651" cy="11499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32398-08C8-412F-A538-0DF570599D96}">
      <dsp:nvSpPr>
        <dsp:cNvPr id="0" name=""/>
        <dsp:cNvSpPr/>
      </dsp:nvSpPr>
      <dsp:spPr>
        <a:xfrm>
          <a:off x="487497" y="61620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C518D-E002-45F0-BBC3-CC105A3D7518}">
      <dsp:nvSpPr>
        <dsp:cNvPr id="0" name=""/>
        <dsp:cNvSpPr/>
      </dsp:nvSpPr>
      <dsp:spPr>
        <a:xfrm>
          <a:off x="694076" y="268198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F5DB7-9C36-4460-9EC1-1B953511EA2B}">
      <dsp:nvSpPr>
        <dsp:cNvPr id="0" name=""/>
        <dsp:cNvSpPr/>
      </dsp:nvSpPr>
      <dsp:spPr>
        <a:xfrm>
          <a:off x="177630" y="1332870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Flow:</a:t>
          </a:r>
        </a:p>
      </dsp:txBody>
      <dsp:txXfrm>
        <a:off x="177630" y="1332870"/>
        <a:ext cx="1589062" cy="635625"/>
      </dsp:txXfrm>
    </dsp:sp>
    <dsp:sp modelId="{A82B1F4F-312D-4D2D-A487-2564B7CDC66E}">
      <dsp:nvSpPr>
        <dsp:cNvPr id="0" name=""/>
        <dsp:cNvSpPr/>
      </dsp:nvSpPr>
      <dsp:spPr>
        <a:xfrm>
          <a:off x="2418812" y="597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075B0-2DAF-4573-9571-8E0CE33E2AC0}">
      <dsp:nvSpPr>
        <dsp:cNvPr id="0" name=""/>
        <dsp:cNvSpPr/>
      </dsp:nvSpPr>
      <dsp:spPr>
        <a:xfrm>
          <a:off x="2625390" y="207175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FE725-5410-4FBF-80A9-FB4B32E8AC01}">
      <dsp:nvSpPr>
        <dsp:cNvPr id="0" name=""/>
        <dsp:cNvSpPr/>
      </dsp:nvSpPr>
      <dsp:spPr>
        <a:xfrm>
          <a:off x="2044779" y="1149800"/>
          <a:ext cx="1717395" cy="879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Author → Git Commit → Spring Cloud Config Server → AOESN Microservice (auto-fetch)</a:t>
          </a:r>
        </a:p>
      </dsp:txBody>
      <dsp:txXfrm>
        <a:off x="2044779" y="1149800"/>
        <a:ext cx="1717395" cy="879717"/>
      </dsp:txXfrm>
    </dsp:sp>
    <dsp:sp modelId="{C9044426-3FAB-46A8-A97F-D189DEEC69AA}">
      <dsp:nvSpPr>
        <dsp:cNvPr id="0" name=""/>
        <dsp:cNvSpPr/>
      </dsp:nvSpPr>
      <dsp:spPr>
        <a:xfrm>
          <a:off x="4350127" y="61620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2B7E1-4F49-4707-B40A-5B82C716EB95}">
      <dsp:nvSpPr>
        <dsp:cNvPr id="0" name=""/>
        <dsp:cNvSpPr/>
      </dsp:nvSpPr>
      <dsp:spPr>
        <a:xfrm>
          <a:off x="4556705" y="268198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B985B-5DD0-4661-A1EC-F7596BC0BE3A}">
      <dsp:nvSpPr>
        <dsp:cNvPr id="0" name=""/>
        <dsp:cNvSpPr/>
      </dsp:nvSpPr>
      <dsp:spPr>
        <a:xfrm>
          <a:off x="4040260" y="1332870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Benefits:</a:t>
          </a:r>
        </a:p>
      </dsp:txBody>
      <dsp:txXfrm>
        <a:off x="4040260" y="1332870"/>
        <a:ext cx="1589062" cy="635625"/>
      </dsp:txXfrm>
    </dsp:sp>
    <dsp:sp modelId="{FFCE59A5-5472-42E9-A4BE-C4D5597A18F6}">
      <dsp:nvSpPr>
        <dsp:cNvPr id="0" name=""/>
        <dsp:cNvSpPr/>
      </dsp:nvSpPr>
      <dsp:spPr>
        <a:xfrm>
          <a:off x="6217275" y="61620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57BE2-7EBE-498A-B9DC-0CADC7B7192C}">
      <dsp:nvSpPr>
        <dsp:cNvPr id="0" name=""/>
        <dsp:cNvSpPr/>
      </dsp:nvSpPr>
      <dsp:spPr>
        <a:xfrm>
          <a:off x="6423854" y="268198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C7370-D13F-4703-81FB-9BB1F73EAA86}">
      <dsp:nvSpPr>
        <dsp:cNvPr id="0" name=""/>
        <dsp:cNvSpPr/>
      </dsp:nvSpPr>
      <dsp:spPr>
        <a:xfrm>
          <a:off x="5907408" y="1332870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Instant propagation</a:t>
          </a:r>
        </a:p>
      </dsp:txBody>
      <dsp:txXfrm>
        <a:off x="5907408" y="1332870"/>
        <a:ext cx="1589062" cy="635625"/>
      </dsp:txXfrm>
    </dsp:sp>
    <dsp:sp modelId="{CC929006-1BAC-463B-88E1-2162A1D4E4FE}">
      <dsp:nvSpPr>
        <dsp:cNvPr id="0" name=""/>
        <dsp:cNvSpPr/>
      </dsp:nvSpPr>
      <dsp:spPr>
        <a:xfrm>
          <a:off x="551664" y="2426783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58169-33C0-4710-BC9B-6BBD4DEC4444}">
      <dsp:nvSpPr>
        <dsp:cNvPr id="0" name=""/>
        <dsp:cNvSpPr/>
      </dsp:nvSpPr>
      <dsp:spPr>
        <a:xfrm>
          <a:off x="758242" y="2633362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14CAB-2365-4FA7-B96A-AC432F0BDAA6}">
      <dsp:nvSpPr>
        <dsp:cNvPr id="0" name=""/>
        <dsp:cNvSpPr/>
      </dsp:nvSpPr>
      <dsp:spPr>
        <a:xfrm>
          <a:off x="241797" y="369803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- Version control via Git</a:t>
          </a:r>
        </a:p>
      </dsp:txBody>
      <dsp:txXfrm>
        <a:off x="241797" y="3698033"/>
        <a:ext cx="1589062" cy="635625"/>
      </dsp:txXfrm>
    </dsp:sp>
    <dsp:sp modelId="{9E007739-A3E3-4DCD-B835-0C45687BB548}">
      <dsp:nvSpPr>
        <dsp:cNvPr id="0" name=""/>
        <dsp:cNvSpPr/>
      </dsp:nvSpPr>
      <dsp:spPr>
        <a:xfrm>
          <a:off x="2418812" y="2426783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98C69-BFD6-459C-B248-45040943F630}">
      <dsp:nvSpPr>
        <dsp:cNvPr id="0" name=""/>
        <dsp:cNvSpPr/>
      </dsp:nvSpPr>
      <dsp:spPr>
        <a:xfrm>
          <a:off x="2625390" y="2633362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F7107-B4FF-4F78-A84D-791B2E079B68}">
      <dsp:nvSpPr>
        <dsp:cNvPr id="0" name=""/>
        <dsp:cNvSpPr/>
      </dsp:nvSpPr>
      <dsp:spPr>
        <a:xfrm>
          <a:off x="2108945" y="369803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Collaboration (no locks)</a:t>
          </a:r>
        </a:p>
      </dsp:txBody>
      <dsp:txXfrm>
        <a:off x="2108945" y="3698033"/>
        <a:ext cx="1589062" cy="635625"/>
      </dsp:txXfrm>
    </dsp:sp>
    <dsp:sp modelId="{1A1D5C7E-7CFA-40E9-8443-53309FB04163}">
      <dsp:nvSpPr>
        <dsp:cNvPr id="0" name=""/>
        <dsp:cNvSpPr/>
      </dsp:nvSpPr>
      <dsp:spPr>
        <a:xfrm>
          <a:off x="4285961" y="2426783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9DD6F-F601-41FD-9D2E-BF65919C1477}">
      <dsp:nvSpPr>
        <dsp:cNvPr id="0" name=""/>
        <dsp:cNvSpPr/>
      </dsp:nvSpPr>
      <dsp:spPr>
        <a:xfrm>
          <a:off x="4492539" y="2633362"/>
          <a:ext cx="556171" cy="55617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628F1-044F-4E6D-91C6-AF7DEAF1D35E}">
      <dsp:nvSpPr>
        <dsp:cNvPr id="0" name=""/>
        <dsp:cNvSpPr/>
      </dsp:nvSpPr>
      <dsp:spPr>
        <a:xfrm>
          <a:off x="3976093" y="369803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Rollback and audit via commits</a:t>
          </a:r>
        </a:p>
      </dsp:txBody>
      <dsp:txXfrm>
        <a:off x="3976093" y="3698033"/>
        <a:ext cx="1589062" cy="635625"/>
      </dsp:txXfrm>
    </dsp:sp>
    <dsp:sp modelId="{08988C6A-103A-48CC-962F-689C1083B8A6}">
      <dsp:nvSpPr>
        <dsp:cNvPr id="0" name=""/>
        <dsp:cNvSpPr/>
      </dsp:nvSpPr>
      <dsp:spPr>
        <a:xfrm>
          <a:off x="6153109" y="2426783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70F12-A74D-478E-958F-0375B804FF11}">
      <dsp:nvSpPr>
        <dsp:cNvPr id="0" name=""/>
        <dsp:cNvSpPr/>
      </dsp:nvSpPr>
      <dsp:spPr>
        <a:xfrm>
          <a:off x="6359687" y="2633362"/>
          <a:ext cx="556171" cy="55617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AE929-4E35-49B9-97F2-9301DF759947}">
      <dsp:nvSpPr>
        <dsp:cNvPr id="0" name=""/>
        <dsp:cNvSpPr/>
      </dsp:nvSpPr>
      <dsp:spPr>
        <a:xfrm>
          <a:off x="5843242" y="369803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Vault integration for secrets</a:t>
          </a:r>
        </a:p>
      </dsp:txBody>
      <dsp:txXfrm>
        <a:off x="5843242" y="3698033"/>
        <a:ext cx="1589062" cy="6356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D6725-765A-44DF-BE9A-202590F9CB3C}">
      <dsp:nvSpPr>
        <dsp:cNvPr id="0" name=""/>
        <dsp:cNvSpPr/>
      </dsp:nvSpPr>
      <dsp:spPr>
        <a:xfrm>
          <a:off x="70361" y="450731"/>
          <a:ext cx="653048" cy="6530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F2845-56CB-4D84-AFF6-8FB0FFF1B9DF}">
      <dsp:nvSpPr>
        <dsp:cNvPr id="0" name=""/>
        <dsp:cNvSpPr/>
      </dsp:nvSpPr>
      <dsp:spPr>
        <a:xfrm>
          <a:off x="207501" y="587872"/>
          <a:ext cx="378768" cy="3787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34877-DC06-49AA-A5BF-4296C3470A16}">
      <dsp:nvSpPr>
        <dsp:cNvPr id="0" name=""/>
        <dsp:cNvSpPr/>
      </dsp:nvSpPr>
      <dsp:spPr>
        <a:xfrm>
          <a:off x="863348" y="450731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 | CMS-Based | Spring Config Server</a:t>
          </a:r>
        </a:p>
      </dsp:txBody>
      <dsp:txXfrm>
        <a:off x="863348" y="450731"/>
        <a:ext cx="1539328" cy="653048"/>
      </dsp:txXfrm>
    </dsp:sp>
    <dsp:sp modelId="{CD150D24-E768-4829-9B13-CA7215005A3A}">
      <dsp:nvSpPr>
        <dsp:cNvPr id="0" name=""/>
        <dsp:cNvSpPr/>
      </dsp:nvSpPr>
      <dsp:spPr>
        <a:xfrm>
          <a:off x="2670893" y="450731"/>
          <a:ext cx="653048" cy="6530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3F6CF-C031-46F6-B57C-A35575011076}">
      <dsp:nvSpPr>
        <dsp:cNvPr id="0" name=""/>
        <dsp:cNvSpPr/>
      </dsp:nvSpPr>
      <dsp:spPr>
        <a:xfrm>
          <a:off x="2808033" y="587872"/>
          <a:ext cx="378768" cy="3787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E38D0-93B8-4140-90BF-C458512990E2}">
      <dsp:nvSpPr>
        <dsp:cNvPr id="0" name=""/>
        <dsp:cNvSpPr/>
      </dsp:nvSpPr>
      <dsp:spPr>
        <a:xfrm>
          <a:off x="3463880" y="450731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Update latency | ~1 hr | Seconds</a:t>
          </a:r>
        </a:p>
      </dsp:txBody>
      <dsp:txXfrm>
        <a:off x="3463880" y="450731"/>
        <a:ext cx="1539328" cy="653048"/>
      </dsp:txXfrm>
    </dsp:sp>
    <dsp:sp modelId="{56211DFE-A077-4CA1-A472-41378169E671}">
      <dsp:nvSpPr>
        <dsp:cNvPr id="0" name=""/>
        <dsp:cNvSpPr/>
      </dsp:nvSpPr>
      <dsp:spPr>
        <a:xfrm>
          <a:off x="5271425" y="450731"/>
          <a:ext cx="653048" cy="65304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D994F9-823F-4148-B806-0EA8545A745B}">
      <dsp:nvSpPr>
        <dsp:cNvPr id="0" name=""/>
        <dsp:cNvSpPr/>
      </dsp:nvSpPr>
      <dsp:spPr>
        <a:xfrm>
          <a:off x="5408565" y="587872"/>
          <a:ext cx="378768" cy="3787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D5E3C-6996-43E1-A985-560C4128DB07}">
      <dsp:nvSpPr>
        <dsp:cNvPr id="0" name=""/>
        <dsp:cNvSpPr/>
      </dsp:nvSpPr>
      <dsp:spPr>
        <a:xfrm>
          <a:off x="6064412" y="450731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Version control | None | Git-based</a:t>
          </a:r>
        </a:p>
      </dsp:txBody>
      <dsp:txXfrm>
        <a:off x="6064412" y="450731"/>
        <a:ext cx="1539328" cy="653048"/>
      </dsp:txXfrm>
    </dsp:sp>
    <dsp:sp modelId="{EB3C4BE3-398F-4EF8-B153-EE70CB5FBB08}">
      <dsp:nvSpPr>
        <dsp:cNvPr id="0" name=""/>
        <dsp:cNvSpPr/>
      </dsp:nvSpPr>
      <dsp:spPr>
        <a:xfrm>
          <a:off x="70361" y="1840603"/>
          <a:ext cx="653048" cy="65304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D9523-D95D-4882-87E4-C44E4374ED7E}">
      <dsp:nvSpPr>
        <dsp:cNvPr id="0" name=""/>
        <dsp:cNvSpPr/>
      </dsp:nvSpPr>
      <dsp:spPr>
        <a:xfrm>
          <a:off x="207501" y="1977743"/>
          <a:ext cx="378768" cy="3787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D13BE-A0CD-4409-AC23-280BB594C7F5}">
      <dsp:nvSpPr>
        <dsp:cNvPr id="0" name=""/>
        <dsp:cNvSpPr/>
      </dsp:nvSpPr>
      <dsp:spPr>
        <a:xfrm>
          <a:off x="863348" y="1840603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Editing | Locked | Concurrent</a:t>
          </a:r>
        </a:p>
      </dsp:txBody>
      <dsp:txXfrm>
        <a:off x="863348" y="1840603"/>
        <a:ext cx="1539328" cy="653048"/>
      </dsp:txXfrm>
    </dsp:sp>
    <dsp:sp modelId="{37702C86-0D23-4437-B398-461F47A68745}">
      <dsp:nvSpPr>
        <dsp:cNvPr id="0" name=""/>
        <dsp:cNvSpPr/>
      </dsp:nvSpPr>
      <dsp:spPr>
        <a:xfrm>
          <a:off x="2670893" y="1840603"/>
          <a:ext cx="653048" cy="65304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D3FFEB-8128-4CB9-9C05-5DC6D892AFF0}">
      <dsp:nvSpPr>
        <dsp:cNvPr id="0" name=""/>
        <dsp:cNvSpPr/>
      </dsp:nvSpPr>
      <dsp:spPr>
        <a:xfrm>
          <a:off x="2808033" y="1977743"/>
          <a:ext cx="378768" cy="3787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F9C90-6632-458C-8766-B75F6B165BB1}">
      <dsp:nvSpPr>
        <dsp:cNvPr id="0" name=""/>
        <dsp:cNvSpPr/>
      </dsp:nvSpPr>
      <dsp:spPr>
        <a:xfrm>
          <a:off x="3463880" y="1840603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Rollback | Manual | Git revert</a:t>
          </a:r>
        </a:p>
      </dsp:txBody>
      <dsp:txXfrm>
        <a:off x="3463880" y="1840603"/>
        <a:ext cx="1539328" cy="653048"/>
      </dsp:txXfrm>
    </dsp:sp>
    <dsp:sp modelId="{7171CFDC-31CD-4993-BD02-033BBFC0AC54}">
      <dsp:nvSpPr>
        <dsp:cNvPr id="0" name=""/>
        <dsp:cNvSpPr/>
      </dsp:nvSpPr>
      <dsp:spPr>
        <a:xfrm>
          <a:off x="5271425" y="1840603"/>
          <a:ext cx="653048" cy="65304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A9C1B6-6418-4642-A0C6-F9D24F54A842}">
      <dsp:nvSpPr>
        <dsp:cNvPr id="0" name=""/>
        <dsp:cNvSpPr/>
      </dsp:nvSpPr>
      <dsp:spPr>
        <a:xfrm>
          <a:off x="5408565" y="1977743"/>
          <a:ext cx="378768" cy="3787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388B7-EAB0-4D6D-BB68-496E9F8CA137}">
      <dsp:nvSpPr>
        <dsp:cNvPr id="0" name=""/>
        <dsp:cNvSpPr/>
      </dsp:nvSpPr>
      <dsp:spPr>
        <a:xfrm>
          <a:off x="6064412" y="1840603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CI/CD | Limited | Fully automated</a:t>
          </a:r>
        </a:p>
      </dsp:txBody>
      <dsp:txXfrm>
        <a:off x="6064412" y="1840603"/>
        <a:ext cx="1539328" cy="653048"/>
      </dsp:txXfrm>
    </dsp:sp>
    <dsp:sp modelId="{2B909973-8335-4647-9C89-EA54C608BD9F}">
      <dsp:nvSpPr>
        <dsp:cNvPr id="0" name=""/>
        <dsp:cNvSpPr/>
      </dsp:nvSpPr>
      <dsp:spPr>
        <a:xfrm>
          <a:off x="70361" y="3230475"/>
          <a:ext cx="653048" cy="65304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3A02F-8A53-48CF-80D0-69DC55199222}">
      <dsp:nvSpPr>
        <dsp:cNvPr id="0" name=""/>
        <dsp:cNvSpPr/>
      </dsp:nvSpPr>
      <dsp:spPr>
        <a:xfrm>
          <a:off x="207501" y="3367615"/>
          <a:ext cx="378768" cy="37876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E99B7-3442-4C8F-A5B6-1A2964EA7FDE}">
      <dsp:nvSpPr>
        <dsp:cNvPr id="0" name=""/>
        <dsp:cNvSpPr/>
      </dsp:nvSpPr>
      <dsp:spPr>
        <a:xfrm>
          <a:off x="863348" y="3230475"/>
          <a:ext cx="1539328" cy="653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Secrets | Manual | Vault-integrated</a:t>
          </a:r>
        </a:p>
      </dsp:txBody>
      <dsp:txXfrm>
        <a:off x="863348" y="3230475"/>
        <a:ext cx="1539328" cy="6530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EC246-BEC6-45EE-AE9F-13335966C03E}">
      <dsp:nvSpPr>
        <dsp:cNvPr id="0" name=""/>
        <dsp:cNvSpPr/>
      </dsp:nvSpPr>
      <dsp:spPr>
        <a:xfrm>
          <a:off x="0" y="37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447F0-3DE6-4E8F-AAD8-7D3A576B463A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EB8D9-B857-43BB-B704-283AFF8E28BA}">
      <dsp:nvSpPr>
        <dsp:cNvPr id="0" name=""/>
        <dsp:cNvSpPr/>
      </dsp:nvSpPr>
      <dsp:spPr>
        <a:xfrm>
          <a:off x="591168" y="37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1️⃣ Setup Git repository for configuration.</a:t>
          </a:r>
        </a:p>
      </dsp:txBody>
      <dsp:txXfrm>
        <a:off x="591168" y="371"/>
        <a:ext cx="7295531" cy="511834"/>
      </dsp:txXfrm>
    </dsp:sp>
    <dsp:sp modelId="{AAE9F5A5-7A21-459C-B852-67FE4D21C1E3}">
      <dsp:nvSpPr>
        <dsp:cNvPr id="0" name=""/>
        <dsp:cNvSpPr/>
      </dsp:nvSpPr>
      <dsp:spPr>
        <a:xfrm>
          <a:off x="0" y="640165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CCF8E-2055-4195-A4F8-E9CEBF51C230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419A7-BF02-46EF-8CEE-B58D8A54F338}">
      <dsp:nvSpPr>
        <dsp:cNvPr id="0" name=""/>
        <dsp:cNvSpPr/>
      </dsp:nvSpPr>
      <dsp:spPr>
        <a:xfrm>
          <a:off x="591168" y="640165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2️⃣ Deploy Spring Cloud Config Server.</a:t>
          </a:r>
        </a:p>
      </dsp:txBody>
      <dsp:txXfrm>
        <a:off x="591168" y="640165"/>
        <a:ext cx="7295531" cy="511834"/>
      </dsp:txXfrm>
    </dsp:sp>
    <dsp:sp modelId="{660D63B3-8228-44AE-B549-803C161AE447}">
      <dsp:nvSpPr>
        <dsp:cNvPr id="0" name=""/>
        <dsp:cNvSpPr/>
      </dsp:nvSpPr>
      <dsp:spPr>
        <a:xfrm>
          <a:off x="0" y="1279958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F2C14-2E56-423E-83DC-AED356CE7E75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64F79-51A7-481D-B03B-C6247C3EF4F6}">
      <dsp:nvSpPr>
        <dsp:cNvPr id="0" name=""/>
        <dsp:cNvSpPr/>
      </dsp:nvSpPr>
      <dsp:spPr>
        <a:xfrm>
          <a:off x="591168" y="127995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3️⃣ Update AO microservices with config server URL.</a:t>
          </a:r>
        </a:p>
      </dsp:txBody>
      <dsp:txXfrm>
        <a:off x="591168" y="1279958"/>
        <a:ext cx="7295531" cy="511834"/>
      </dsp:txXfrm>
    </dsp:sp>
    <dsp:sp modelId="{A73A08DD-CCB4-42B4-83CB-058C2EAD93F3}">
      <dsp:nvSpPr>
        <dsp:cNvPr id="0" name=""/>
        <dsp:cNvSpPr/>
      </dsp:nvSpPr>
      <dsp:spPr>
        <a:xfrm>
          <a:off x="0" y="191975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6310F-29F2-4171-89CF-383E6C980FAD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E7E55-00C7-487C-B65D-BDC0B03A82BC}">
      <dsp:nvSpPr>
        <dsp:cNvPr id="0" name=""/>
        <dsp:cNvSpPr/>
      </dsp:nvSpPr>
      <dsp:spPr>
        <a:xfrm>
          <a:off x="591168" y="191975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4️⃣ Integrate optional Cloud Bus - Kafka</a:t>
          </a:r>
        </a:p>
      </dsp:txBody>
      <dsp:txXfrm>
        <a:off x="591168" y="1919751"/>
        <a:ext cx="7295531" cy="511834"/>
      </dsp:txXfrm>
    </dsp:sp>
    <dsp:sp modelId="{F3230690-0B0B-48F5-8D5D-E6BB5E24137D}">
      <dsp:nvSpPr>
        <dsp:cNvPr id="0" name=""/>
        <dsp:cNvSpPr/>
      </dsp:nvSpPr>
      <dsp:spPr>
        <a:xfrm>
          <a:off x="0" y="2559544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C4F65-7471-4EAB-B028-83D8A5B32B12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5BD7E-68C6-4FAF-92E9-095FA90CD9D1}">
      <dsp:nvSpPr>
        <dsp:cNvPr id="0" name=""/>
        <dsp:cNvSpPr/>
      </dsp:nvSpPr>
      <dsp:spPr>
        <a:xfrm>
          <a:off x="591168" y="2559544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5️⃣ Migrate existing CMS configs to Git.</a:t>
          </a:r>
        </a:p>
      </dsp:txBody>
      <dsp:txXfrm>
        <a:off x="591168" y="2559544"/>
        <a:ext cx="7295531" cy="511834"/>
      </dsp:txXfrm>
    </dsp:sp>
    <dsp:sp modelId="{FB05EA85-9083-4613-827E-F724B6616764}">
      <dsp:nvSpPr>
        <dsp:cNvPr id="0" name=""/>
        <dsp:cNvSpPr/>
      </dsp:nvSpPr>
      <dsp:spPr>
        <a:xfrm>
          <a:off x="0" y="3199338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DB7B85-3BCF-42BC-989B-A00398FEDCDA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FF191-3060-4985-97E4-8116E983293B}">
      <dsp:nvSpPr>
        <dsp:cNvPr id="0" name=""/>
        <dsp:cNvSpPr/>
      </dsp:nvSpPr>
      <dsp:spPr>
        <a:xfrm>
          <a:off x="591168" y="319933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6️⃣ Validate in preprod.</a:t>
          </a:r>
        </a:p>
      </dsp:txBody>
      <dsp:txXfrm>
        <a:off x="591168" y="3199338"/>
        <a:ext cx="7295531" cy="511834"/>
      </dsp:txXfrm>
    </dsp:sp>
    <dsp:sp modelId="{ABF5B9B3-9E83-4FE2-B758-E0BABD40595C}">
      <dsp:nvSpPr>
        <dsp:cNvPr id="0" name=""/>
        <dsp:cNvSpPr/>
      </dsp:nvSpPr>
      <dsp:spPr>
        <a:xfrm>
          <a:off x="0" y="3839131"/>
          <a:ext cx="7886700" cy="5118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771D1-FF02-4A47-8B2F-D0DC7CF58AC5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3C744-0848-43B2-A652-A07C15902E97}">
      <dsp:nvSpPr>
        <dsp:cNvPr id="0" name=""/>
        <dsp:cNvSpPr/>
      </dsp:nvSpPr>
      <dsp:spPr>
        <a:xfrm>
          <a:off x="591168" y="383913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7️⃣ Rollout to production.</a:t>
          </a:r>
        </a:p>
      </dsp:txBody>
      <dsp:txXfrm>
        <a:off x="591168" y="3839131"/>
        <a:ext cx="7295531" cy="5118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D701F-8927-453A-81D0-B1B6917B60D6}">
      <dsp:nvSpPr>
        <dsp:cNvPr id="0" name=""/>
        <dsp:cNvSpPr/>
      </dsp:nvSpPr>
      <dsp:spPr>
        <a:xfrm>
          <a:off x="3105773" y="613"/>
          <a:ext cx="1675153" cy="1675153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✅ Configuration propagation time reduced from 1 hour → 1 minute.</a:t>
          </a:r>
        </a:p>
      </dsp:txBody>
      <dsp:txXfrm>
        <a:off x="3524561" y="613"/>
        <a:ext cx="837577" cy="1382001"/>
      </dsp:txXfrm>
    </dsp:sp>
    <dsp:sp modelId="{52E9657B-E934-4FF8-9349-46E75D2A1E0B}">
      <dsp:nvSpPr>
        <dsp:cNvPr id="0" name=""/>
        <dsp:cNvSpPr/>
      </dsp:nvSpPr>
      <dsp:spPr>
        <a:xfrm rot="4320000">
          <a:off x="4512081" y="1022356"/>
          <a:ext cx="1675153" cy="1675153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✅ Authors can collaborate without locking.</a:t>
          </a:r>
        </a:p>
      </dsp:txBody>
      <dsp:txXfrm rot="-5400000">
        <a:off x="4798059" y="1395850"/>
        <a:ext cx="1382001" cy="837577"/>
      </dsp:txXfrm>
    </dsp:sp>
    <dsp:sp modelId="{C19CE2F3-6F01-4DA9-820B-C1B0631C0A5F}">
      <dsp:nvSpPr>
        <dsp:cNvPr id="0" name=""/>
        <dsp:cNvSpPr/>
      </dsp:nvSpPr>
      <dsp:spPr>
        <a:xfrm rot="8640000">
          <a:off x="3974919" y="2675570"/>
          <a:ext cx="1675153" cy="1675153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✅ Configs fully versioned &amp; rollback ready.</a:t>
          </a:r>
        </a:p>
      </dsp:txBody>
      <dsp:txXfrm rot="10800000">
        <a:off x="4479862" y="2940728"/>
        <a:ext cx="837577" cy="1382001"/>
      </dsp:txXfrm>
    </dsp:sp>
    <dsp:sp modelId="{18CFE2E3-7589-47BF-ADE1-0F8F600B2366}">
      <dsp:nvSpPr>
        <dsp:cNvPr id="0" name=""/>
        <dsp:cNvSpPr/>
      </dsp:nvSpPr>
      <dsp:spPr>
        <a:xfrm rot="12960000">
          <a:off x="2236627" y="2675570"/>
          <a:ext cx="1675153" cy="1675153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✅ Secure &amp; automated management.</a:t>
          </a:r>
        </a:p>
      </dsp:txBody>
      <dsp:txXfrm rot="10800000">
        <a:off x="2569260" y="2940728"/>
        <a:ext cx="837577" cy="1382001"/>
      </dsp:txXfrm>
    </dsp:sp>
    <dsp:sp modelId="{7FE52D73-FCDA-40AB-BAB6-2A520058197E}">
      <dsp:nvSpPr>
        <dsp:cNvPr id="0" name=""/>
        <dsp:cNvSpPr/>
      </dsp:nvSpPr>
      <dsp:spPr>
        <a:xfrm rot="17280000">
          <a:off x="1699465" y="1022356"/>
          <a:ext cx="1675153" cy="1675153"/>
        </a:xfrm>
        <a:prstGeom prst="downArrow">
          <a:avLst>
            <a:gd name="adj1" fmla="val 50000"/>
            <a:gd name="adj2" fmla="val 3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✅ Reduced load on CMS and Platform teams.</a:t>
          </a:r>
        </a:p>
      </dsp:txBody>
      <dsp:txXfrm rot="5400000">
        <a:off x="1706639" y="1395850"/>
        <a:ext cx="1382001" cy="8375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1279C-21A0-4B87-BD80-8BF91F291D7E}">
      <dsp:nvSpPr>
        <dsp:cNvPr id="0" name=""/>
        <dsp:cNvSpPr/>
      </dsp:nvSpPr>
      <dsp:spPr>
        <a:xfrm>
          <a:off x="3232827" y="1871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Phase | Duration | Deliverable</a:t>
          </a:r>
        </a:p>
      </dsp:txBody>
      <dsp:txXfrm>
        <a:off x="3534939" y="1871"/>
        <a:ext cx="604223" cy="996968"/>
      </dsp:txXfrm>
    </dsp:sp>
    <dsp:sp modelId="{E0455477-345D-4B8E-9E31-B139CB699D2D}">
      <dsp:nvSpPr>
        <dsp:cNvPr id="0" name=""/>
        <dsp:cNvSpPr/>
      </dsp:nvSpPr>
      <dsp:spPr>
        <a:xfrm rot="3085714">
          <a:off x="4516872" y="620235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------|----------|-------------</a:t>
          </a:r>
        </a:p>
      </dsp:txBody>
      <dsp:txXfrm rot="-5400000">
        <a:off x="4705282" y="856419"/>
        <a:ext cx="996968" cy="604223"/>
      </dsp:txXfrm>
    </dsp:sp>
    <dsp:sp modelId="{D8757F4F-A62B-426B-9136-1C79495217F3}">
      <dsp:nvSpPr>
        <dsp:cNvPr id="0" name=""/>
        <dsp:cNvSpPr/>
      </dsp:nvSpPr>
      <dsp:spPr>
        <a:xfrm rot="6171429">
          <a:off x="4834005" y="2009685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POC | 1 week | Config Server setup</a:t>
          </a:r>
        </a:p>
      </dsp:txBody>
      <dsp:txXfrm rot="-5400000">
        <a:off x="5042832" y="2335326"/>
        <a:ext cx="996968" cy="604223"/>
      </dsp:txXfrm>
    </dsp:sp>
    <dsp:sp modelId="{110788EB-74E3-4489-81B5-3B52550B5DB2}">
      <dsp:nvSpPr>
        <dsp:cNvPr id="0" name=""/>
        <dsp:cNvSpPr/>
      </dsp:nvSpPr>
      <dsp:spPr>
        <a:xfrm rot="9257143">
          <a:off x="3945419" y="3123937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Git Migration | 1 week | Configs migrated</a:t>
          </a:r>
        </a:p>
      </dsp:txBody>
      <dsp:txXfrm rot="10800000">
        <a:off x="4293408" y="3324944"/>
        <a:ext cx="604223" cy="996968"/>
      </dsp:txXfrm>
    </dsp:sp>
    <dsp:sp modelId="{771C714E-3E0A-47CE-A73D-5C422AA55383}">
      <dsp:nvSpPr>
        <dsp:cNvPr id="0" name=""/>
        <dsp:cNvSpPr/>
      </dsp:nvSpPr>
      <dsp:spPr>
        <a:xfrm rot="12342857">
          <a:off x="2520236" y="3123937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Integration | 2 weeks | AOESN client updates</a:t>
          </a:r>
        </a:p>
      </dsp:txBody>
      <dsp:txXfrm rot="10800000">
        <a:off x="2776469" y="3324943"/>
        <a:ext cx="604223" cy="996968"/>
      </dsp:txXfrm>
    </dsp:sp>
    <dsp:sp modelId="{48429BBA-E51E-4BC0-A6DE-1DEF39C192CC}">
      <dsp:nvSpPr>
        <dsp:cNvPr id="0" name=""/>
        <dsp:cNvSpPr/>
      </dsp:nvSpPr>
      <dsp:spPr>
        <a:xfrm rot="15428571">
          <a:off x="1631649" y="2009685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Testing | 1 week | Functional + regression testing</a:t>
          </a:r>
        </a:p>
      </dsp:txBody>
      <dsp:txXfrm rot="5400000">
        <a:off x="1634300" y="2335325"/>
        <a:ext cx="996968" cy="604223"/>
      </dsp:txXfrm>
    </dsp:sp>
    <dsp:sp modelId="{B4B02108-6A58-4680-9132-D6D795C77AC3}">
      <dsp:nvSpPr>
        <dsp:cNvPr id="0" name=""/>
        <dsp:cNvSpPr/>
      </dsp:nvSpPr>
      <dsp:spPr>
        <a:xfrm rot="18514286">
          <a:off x="1948782" y="620235"/>
          <a:ext cx="1208446" cy="120844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Go-Live | 1 week | Production deployment</a:t>
          </a:r>
        </a:p>
      </dsp:txBody>
      <dsp:txXfrm rot="5400000">
        <a:off x="1971852" y="856418"/>
        <a:ext cx="996968" cy="6042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EDBC0-D35E-435D-975B-4B59DDD7A720}">
      <dsp:nvSpPr>
        <dsp:cNvPr id="0" name=""/>
        <dsp:cNvSpPr/>
      </dsp:nvSpPr>
      <dsp:spPr>
        <a:xfrm>
          <a:off x="507050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84089-7394-4F06-8EA5-AB3529022F22}">
      <dsp:nvSpPr>
        <dsp:cNvPr id="0" name=""/>
        <dsp:cNvSpPr/>
      </dsp:nvSpPr>
      <dsp:spPr>
        <a:xfrm>
          <a:off x="79955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2C3E-DD01-4BE4-AAAD-CBD6C1A70297}">
      <dsp:nvSpPr>
        <dsp:cNvPr id="0" name=""/>
        <dsp:cNvSpPr/>
      </dsp:nvSpPr>
      <dsp:spPr>
        <a:xfrm>
          <a:off x="683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CMS-based: Slow, manual, locked.</a:t>
          </a:r>
        </a:p>
      </dsp:txBody>
      <dsp:txXfrm>
        <a:off x="68300" y="2707128"/>
        <a:ext cx="2250000" cy="720000"/>
      </dsp:txXfrm>
    </dsp:sp>
    <dsp:sp modelId="{80ADC684-13C7-478F-9517-D5F5A1723413}">
      <dsp:nvSpPr>
        <dsp:cNvPr id="0" name=""/>
        <dsp:cNvSpPr/>
      </dsp:nvSpPr>
      <dsp:spPr>
        <a:xfrm>
          <a:off x="3150801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849639-D67D-49B9-B72E-19310DAEC4B3}">
      <dsp:nvSpPr>
        <dsp:cNvPr id="0" name=""/>
        <dsp:cNvSpPr/>
      </dsp:nvSpPr>
      <dsp:spPr>
        <a:xfrm>
          <a:off x="344330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42781-70F0-438A-BDD3-D33AA57E60DD}">
      <dsp:nvSpPr>
        <dsp:cNvPr id="0" name=""/>
        <dsp:cNvSpPr/>
      </dsp:nvSpPr>
      <dsp:spPr>
        <a:xfrm>
          <a:off x="2712051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Spring Config Server: Fast, versioned, automated.</a:t>
          </a:r>
        </a:p>
      </dsp:txBody>
      <dsp:txXfrm>
        <a:off x="2712051" y="2707128"/>
        <a:ext cx="2250000" cy="720000"/>
      </dsp:txXfrm>
    </dsp:sp>
    <dsp:sp modelId="{10D5DA17-24C1-4A31-BBF1-6905B0D3515B}">
      <dsp:nvSpPr>
        <dsp:cNvPr id="0" name=""/>
        <dsp:cNvSpPr/>
      </dsp:nvSpPr>
      <dsp:spPr>
        <a:xfrm>
          <a:off x="5794550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2CEFA-10DF-4A04-9B68-039A5EE4824B}">
      <dsp:nvSpPr>
        <dsp:cNvPr id="0" name=""/>
        <dsp:cNvSpPr/>
      </dsp:nvSpPr>
      <dsp:spPr>
        <a:xfrm>
          <a:off x="6087050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37642-B23F-4C99-BDFD-AA1C21B04357}">
      <dsp:nvSpPr>
        <dsp:cNvPr id="0" name=""/>
        <dsp:cNvSpPr/>
      </dsp:nvSpPr>
      <dsp:spPr>
        <a:xfrm>
          <a:off x="53558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Result: Efficient, collaborative, and auditable configuration management for AO MS.</a:t>
          </a:r>
        </a:p>
      </dsp:txBody>
      <dsp:txXfrm>
        <a:off x="5355800" y="2707128"/>
        <a:ext cx="22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70786DA-AAAE-ACC5-F814-37A16C837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678069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Account Open Microservice Configuration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56B2DE37-41B4-DB54-8B33-FC787E6A2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896911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Solution — Spring Cloud Config Server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6DEB458B-2743-0863-C3E3-C38878B8E3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994612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Architecture — CMS Based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701FF26E-B8D9-BF99-A433-AC0025FA56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952510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Architecture — Config Server Based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07FAB07A-3F57-67CD-392C-C3983B9111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3416096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Summary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0A44AC2-C527-B1C5-B310-78D4EF8ABD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959610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6471D-96CD-6540-A3D1-A7081BE8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91924D9-FD35-2174-DD49-875F5D4BD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A10942-09E6-AC23-FC26-6834EBA2F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ADAC27-DE9F-2B32-79B7-8076B73A6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97D3E-EF32-76D7-DD9E-95A0B7BCA43E}"/>
              </a:ext>
            </a:extLst>
          </p:cNvPr>
          <p:cNvSpPr txBox="1"/>
          <p:nvPr/>
        </p:nvSpPr>
        <p:spPr>
          <a:xfrm>
            <a:off x="628650" y="556995"/>
            <a:ext cx="78867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Roadmap</a:t>
            </a:r>
          </a:p>
        </p:txBody>
      </p:sp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E27F74AB-6B48-13C9-D82E-251BA2AE2E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20598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33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556995"/>
            <a:ext cx="78867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Outcomes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38632CE-4FD1-3D7E-2DD3-1B5C41948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433419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35D2B9B-589C-37E9-F3CD-EBAD48FD0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8321334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6676" y="509521"/>
            <a:ext cx="7674102" cy="1014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B301367-8575-F5E7-CEE3-5253A7D568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439005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467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Cooper Martinez</cp:lastModifiedBy>
  <cp:revision>30</cp:revision>
  <dcterms:created xsi:type="dcterms:W3CDTF">2013-01-27T09:14:16Z</dcterms:created>
  <dcterms:modified xsi:type="dcterms:W3CDTF">2025-11-12T15:53:27Z</dcterms:modified>
  <cp:category/>
</cp:coreProperties>
</file>